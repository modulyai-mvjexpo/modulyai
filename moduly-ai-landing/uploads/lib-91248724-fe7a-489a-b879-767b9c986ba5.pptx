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2" r:id="rId3"/>
    <p:sldId id="276" r:id="rId4"/>
    <p:sldId id="277" r:id="rId5"/>
    <p:sldId id="273" r:id="rId6"/>
    <p:sldId id="278" r:id="rId7"/>
    <p:sldId id="274" r:id="rId8"/>
    <p:sldId id="279" r:id="rId9"/>
    <p:sldId id="280"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8D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14FE65-5772-4FBC-B979-615FC9BE72C6}" v="74" dt="2026-04-16T14:54:52.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9" d="100"/>
          <a:sy n="69" d="100"/>
        </p:scale>
        <p:origin x="5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N Nanditha" userId="e5dd01c8037df770" providerId="LiveId" clId="{6E42AB44-2D1E-47B4-8EAC-230AFBE223B4}"/>
    <pc:docChg chg="undo custSel modSld">
      <pc:chgData name="KN Nanditha" userId="e5dd01c8037df770" providerId="LiveId" clId="{6E42AB44-2D1E-47B4-8EAC-230AFBE223B4}" dt="2026-04-16T15:02:22.871" v="467" actId="20577"/>
      <pc:docMkLst>
        <pc:docMk/>
      </pc:docMkLst>
      <pc:sldChg chg="modSp mod">
        <pc:chgData name="KN Nanditha" userId="e5dd01c8037df770" providerId="LiveId" clId="{6E42AB44-2D1E-47B4-8EAC-230AFBE223B4}" dt="2026-04-16T15:01:00.492" v="458" actId="14100"/>
        <pc:sldMkLst>
          <pc:docMk/>
          <pc:sldMk cId="4115015296" sldId="269"/>
        </pc:sldMkLst>
        <pc:spChg chg="mod">
          <ac:chgData name="KN Nanditha" userId="e5dd01c8037df770" providerId="LiveId" clId="{6E42AB44-2D1E-47B4-8EAC-230AFBE223B4}" dt="2026-04-16T15:01:00.492" v="458" actId="14100"/>
          <ac:spMkLst>
            <pc:docMk/>
            <pc:sldMk cId="4115015296" sldId="269"/>
            <ac:spMk id="7" creationId="{00000000-0000-0000-0000-000000000000}"/>
          </ac:spMkLst>
        </pc:spChg>
        <pc:spChg chg="mod">
          <ac:chgData name="KN Nanditha" userId="e5dd01c8037df770" providerId="LiveId" clId="{6E42AB44-2D1E-47B4-8EAC-230AFBE223B4}" dt="2026-04-16T13:39:18.557" v="6" actId="1076"/>
          <ac:spMkLst>
            <pc:docMk/>
            <pc:sldMk cId="4115015296" sldId="269"/>
            <ac:spMk id="10" creationId="{00000000-0000-0000-0000-000000000000}"/>
          </ac:spMkLst>
        </pc:spChg>
      </pc:sldChg>
      <pc:sldChg chg="addSp delSp modSp mod">
        <pc:chgData name="KN Nanditha" userId="e5dd01c8037df770" providerId="LiveId" clId="{6E42AB44-2D1E-47B4-8EAC-230AFBE223B4}" dt="2026-04-16T13:49:17.607" v="131" actId="1076"/>
        <pc:sldMkLst>
          <pc:docMk/>
          <pc:sldMk cId="1131483338" sldId="272"/>
        </pc:sldMkLst>
        <pc:spChg chg="add mod">
          <ac:chgData name="KN Nanditha" userId="e5dd01c8037df770" providerId="LiveId" clId="{6E42AB44-2D1E-47B4-8EAC-230AFBE223B4}" dt="2026-04-16T13:44:52.238" v="65" actId="255"/>
          <ac:spMkLst>
            <pc:docMk/>
            <pc:sldMk cId="1131483338" sldId="272"/>
            <ac:spMk id="2" creationId="{06B78940-AD8A-ED56-79DE-3D02CF298FE0}"/>
          </ac:spMkLst>
        </pc:spChg>
        <pc:spChg chg="add del mod">
          <ac:chgData name="KN Nanditha" userId="e5dd01c8037df770" providerId="LiveId" clId="{6E42AB44-2D1E-47B4-8EAC-230AFBE223B4}" dt="2026-04-16T13:46:02.740" v="69"/>
          <ac:spMkLst>
            <pc:docMk/>
            <pc:sldMk cId="1131483338" sldId="272"/>
            <ac:spMk id="4" creationId="{2985DAEF-026B-5CCA-DC8F-81494C2C130E}"/>
          </ac:spMkLst>
        </pc:spChg>
        <pc:spChg chg="add mod">
          <ac:chgData name="KN Nanditha" userId="e5dd01c8037df770" providerId="LiveId" clId="{6E42AB44-2D1E-47B4-8EAC-230AFBE223B4}" dt="2026-04-16T13:49:17.607" v="131" actId="1076"/>
          <ac:spMkLst>
            <pc:docMk/>
            <pc:sldMk cId="1131483338" sldId="272"/>
            <ac:spMk id="5" creationId="{1EBC9C8F-9563-E91B-F586-1E7D219B0A73}"/>
          </ac:spMkLst>
        </pc:spChg>
      </pc:sldChg>
      <pc:sldChg chg="addSp modSp mod">
        <pc:chgData name="KN Nanditha" userId="e5dd01c8037df770" providerId="LiveId" clId="{6E42AB44-2D1E-47B4-8EAC-230AFBE223B4}" dt="2026-04-16T15:02:22.871" v="467" actId="20577"/>
        <pc:sldMkLst>
          <pc:docMk/>
          <pc:sldMk cId="635080413" sldId="273"/>
        </pc:sldMkLst>
        <pc:spChg chg="add mod">
          <ac:chgData name="KN Nanditha" userId="e5dd01c8037df770" providerId="LiveId" clId="{6E42AB44-2D1E-47B4-8EAC-230AFBE223B4}" dt="2026-04-16T14:30:46.345" v="251" actId="122"/>
          <ac:spMkLst>
            <pc:docMk/>
            <pc:sldMk cId="635080413" sldId="273"/>
            <ac:spMk id="2" creationId="{FDE054BC-BA82-E57B-F77D-89C2EFA5D940}"/>
          </ac:spMkLst>
        </pc:spChg>
        <pc:spChg chg="add mod">
          <ac:chgData name="KN Nanditha" userId="e5dd01c8037df770" providerId="LiveId" clId="{6E42AB44-2D1E-47B4-8EAC-230AFBE223B4}" dt="2026-04-16T15:02:22.871" v="467" actId="20577"/>
          <ac:spMkLst>
            <pc:docMk/>
            <pc:sldMk cId="635080413" sldId="273"/>
            <ac:spMk id="4" creationId="{3A9B16DA-2BE4-02A4-34B7-4E66E1738D15}"/>
          </ac:spMkLst>
        </pc:spChg>
        <pc:picChg chg="add mod">
          <ac:chgData name="KN Nanditha" userId="e5dd01c8037df770" providerId="LiveId" clId="{6E42AB44-2D1E-47B4-8EAC-230AFBE223B4}" dt="2026-04-16T14:52:50.250" v="412" actId="1076"/>
          <ac:picMkLst>
            <pc:docMk/>
            <pc:sldMk cId="635080413" sldId="273"/>
            <ac:picMk id="6" creationId="{70112B5F-3984-076F-D883-E2746958C9E4}"/>
          </ac:picMkLst>
        </pc:picChg>
      </pc:sldChg>
      <pc:sldChg chg="addSp modSp mod">
        <pc:chgData name="KN Nanditha" userId="e5dd01c8037df770" providerId="LiveId" clId="{6E42AB44-2D1E-47B4-8EAC-230AFBE223B4}" dt="2026-04-16T14:57:20.945" v="446" actId="14100"/>
        <pc:sldMkLst>
          <pc:docMk/>
          <pc:sldMk cId="3567323170" sldId="274"/>
        </pc:sldMkLst>
        <pc:spChg chg="add mod">
          <ac:chgData name="KN Nanditha" userId="e5dd01c8037df770" providerId="LiveId" clId="{6E42AB44-2D1E-47B4-8EAC-230AFBE223B4}" dt="2026-04-16T14:42:27.129" v="311" actId="1076"/>
          <ac:spMkLst>
            <pc:docMk/>
            <pc:sldMk cId="3567323170" sldId="274"/>
            <ac:spMk id="2" creationId="{5B28C4FF-F38B-C272-8A6E-95851E7B32A8}"/>
          </ac:spMkLst>
        </pc:spChg>
        <pc:spChg chg="add mod">
          <ac:chgData name="KN Nanditha" userId="e5dd01c8037df770" providerId="LiveId" clId="{6E42AB44-2D1E-47B4-8EAC-230AFBE223B4}" dt="2026-04-16T14:43:25.179" v="328" actId="20577"/>
          <ac:spMkLst>
            <pc:docMk/>
            <pc:sldMk cId="3567323170" sldId="274"/>
            <ac:spMk id="3" creationId="{E40644A4-3A41-10A4-A753-C4D799661911}"/>
          </ac:spMkLst>
        </pc:spChg>
        <pc:picChg chg="add mod">
          <ac:chgData name="KN Nanditha" userId="e5dd01c8037df770" providerId="LiveId" clId="{6E42AB44-2D1E-47B4-8EAC-230AFBE223B4}" dt="2026-04-16T14:57:20.945" v="446" actId="14100"/>
          <ac:picMkLst>
            <pc:docMk/>
            <pc:sldMk cId="3567323170" sldId="274"/>
            <ac:picMk id="5" creationId="{DAAD73A0-0EB3-F7B8-C7EF-8B36D36EB6ED}"/>
          </ac:picMkLst>
        </pc:picChg>
      </pc:sldChg>
      <pc:sldChg chg="addSp delSp modSp mod">
        <pc:chgData name="KN Nanditha" userId="e5dd01c8037df770" providerId="LiveId" clId="{6E42AB44-2D1E-47B4-8EAC-230AFBE223B4}" dt="2026-04-16T14:55:52.654" v="435" actId="1076"/>
        <pc:sldMkLst>
          <pc:docMk/>
          <pc:sldMk cId="1348951537" sldId="276"/>
        </pc:sldMkLst>
        <pc:spChg chg="add mod">
          <ac:chgData name="KN Nanditha" userId="e5dd01c8037df770" providerId="LiveId" clId="{6E42AB44-2D1E-47B4-8EAC-230AFBE223B4}" dt="2026-04-16T13:59:45.861" v="141" actId="255"/>
          <ac:spMkLst>
            <pc:docMk/>
            <pc:sldMk cId="1348951537" sldId="276"/>
            <ac:spMk id="2" creationId="{AC760A24-6B99-ADDC-7462-B3A2BC6F942F}"/>
          </ac:spMkLst>
        </pc:spChg>
        <pc:spChg chg="add mod">
          <ac:chgData name="KN Nanditha" userId="e5dd01c8037df770" providerId="LiveId" clId="{6E42AB44-2D1E-47B4-8EAC-230AFBE223B4}" dt="2026-04-16T14:55:48.079" v="434" actId="20577"/>
          <ac:spMkLst>
            <pc:docMk/>
            <pc:sldMk cId="1348951537" sldId="276"/>
            <ac:spMk id="4" creationId="{1CBF07A3-A8DD-646C-7FE5-D8BFD8099742}"/>
          </ac:spMkLst>
        </pc:spChg>
        <pc:picChg chg="add del mod">
          <ac:chgData name="KN Nanditha" userId="e5dd01c8037df770" providerId="LiveId" clId="{6E42AB44-2D1E-47B4-8EAC-230AFBE223B4}" dt="2026-04-16T14:14:22.242" v="193" actId="21"/>
          <ac:picMkLst>
            <pc:docMk/>
            <pc:sldMk cId="1348951537" sldId="276"/>
            <ac:picMk id="6" creationId="{2CBFF4B0-9F0A-D3A0-1BFF-5A8092B21247}"/>
          </ac:picMkLst>
        </pc:picChg>
        <pc:picChg chg="add del mod">
          <ac:chgData name="KN Nanditha" userId="e5dd01c8037df770" providerId="LiveId" clId="{6E42AB44-2D1E-47B4-8EAC-230AFBE223B4}" dt="2026-04-16T14:14:33.567" v="197" actId="21"/>
          <ac:picMkLst>
            <pc:docMk/>
            <pc:sldMk cId="1348951537" sldId="276"/>
            <ac:picMk id="7" creationId="{2CBFF4B0-9F0A-D3A0-1BFF-5A8092B21247}"/>
          </ac:picMkLst>
        </pc:picChg>
        <pc:picChg chg="add del mod">
          <ac:chgData name="KN Nanditha" userId="e5dd01c8037df770" providerId="LiveId" clId="{6E42AB44-2D1E-47B4-8EAC-230AFBE223B4}" dt="2026-04-16T14:15:47.725" v="200" actId="21"/>
          <ac:picMkLst>
            <pc:docMk/>
            <pc:sldMk cId="1348951537" sldId="276"/>
            <ac:picMk id="9" creationId="{E764DE6A-3A44-BBD7-2B3D-ED152493E495}"/>
          </ac:picMkLst>
        </pc:picChg>
        <pc:picChg chg="add del mod">
          <ac:chgData name="KN Nanditha" userId="e5dd01c8037df770" providerId="LiveId" clId="{6E42AB44-2D1E-47B4-8EAC-230AFBE223B4}" dt="2026-04-16T14:15:50.831" v="202" actId="21"/>
          <ac:picMkLst>
            <pc:docMk/>
            <pc:sldMk cId="1348951537" sldId="276"/>
            <ac:picMk id="10" creationId="{E764DE6A-3A44-BBD7-2B3D-ED152493E495}"/>
          </ac:picMkLst>
        </pc:picChg>
        <pc:picChg chg="add mod">
          <ac:chgData name="KN Nanditha" userId="e5dd01c8037df770" providerId="LiveId" clId="{6E42AB44-2D1E-47B4-8EAC-230AFBE223B4}" dt="2026-04-16T14:55:52.654" v="435" actId="1076"/>
          <ac:picMkLst>
            <pc:docMk/>
            <pc:sldMk cId="1348951537" sldId="276"/>
            <ac:picMk id="12" creationId="{BDD99612-C1F9-82F9-E424-887EB3F732C7}"/>
          </ac:picMkLst>
        </pc:picChg>
      </pc:sldChg>
      <pc:sldChg chg="addSp delSp modSp mod">
        <pc:chgData name="KN Nanditha" userId="e5dd01c8037df770" providerId="LiveId" clId="{6E42AB44-2D1E-47B4-8EAC-230AFBE223B4}" dt="2026-04-16T15:01:54.456" v="461" actId="20577"/>
        <pc:sldMkLst>
          <pc:docMk/>
          <pc:sldMk cId="2187470652" sldId="277"/>
        </pc:sldMkLst>
        <pc:spChg chg="add del mod">
          <ac:chgData name="KN Nanditha" userId="e5dd01c8037df770" providerId="LiveId" clId="{6E42AB44-2D1E-47B4-8EAC-230AFBE223B4}" dt="2026-04-16T14:07:49.592" v="181"/>
          <ac:spMkLst>
            <pc:docMk/>
            <pc:sldMk cId="2187470652" sldId="277"/>
            <ac:spMk id="2" creationId="{DB9D39E6-9EB9-E97E-61D5-9ED96047D924}"/>
          </ac:spMkLst>
        </pc:spChg>
        <pc:spChg chg="mod">
          <ac:chgData name="KN Nanditha" userId="e5dd01c8037df770" providerId="LiveId" clId="{6E42AB44-2D1E-47B4-8EAC-230AFBE223B4}" dt="2026-04-16T14:07:59.535" v="183" actId="122"/>
          <ac:spMkLst>
            <pc:docMk/>
            <pc:sldMk cId="2187470652" sldId="277"/>
            <ac:spMk id="3" creationId="{7C998829-6466-BD99-840F-A4C7C6ADDE3A}"/>
          </ac:spMkLst>
        </pc:spChg>
        <pc:spChg chg="add mod">
          <ac:chgData name="KN Nanditha" userId="e5dd01c8037df770" providerId="LiveId" clId="{6E42AB44-2D1E-47B4-8EAC-230AFBE223B4}" dt="2026-04-16T15:01:54.456" v="461" actId="20577"/>
          <ac:spMkLst>
            <pc:docMk/>
            <pc:sldMk cId="2187470652" sldId="277"/>
            <ac:spMk id="4" creationId="{46D2267B-A046-A280-C667-1F3B0240CD2E}"/>
          </ac:spMkLst>
        </pc:spChg>
        <pc:picChg chg="add mod">
          <ac:chgData name="KN Nanditha" userId="e5dd01c8037df770" providerId="LiveId" clId="{6E42AB44-2D1E-47B4-8EAC-230AFBE223B4}" dt="2026-04-16T14:51:46.403" v="410" actId="14100"/>
          <ac:picMkLst>
            <pc:docMk/>
            <pc:sldMk cId="2187470652" sldId="277"/>
            <ac:picMk id="6" creationId="{BDEF3B17-F0EE-7193-F05F-8626517C2237}"/>
          </ac:picMkLst>
        </pc:picChg>
      </pc:sldChg>
      <pc:sldChg chg="addSp delSp modSp mod">
        <pc:chgData name="KN Nanditha" userId="e5dd01c8037df770" providerId="LiveId" clId="{6E42AB44-2D1E-47B4-8EAC-230AFBE223B4}" dt="2026-04-16T14:55:13.982" v="431" actId="1076"/>
        <pc:sldMkLst>
          <pc:docMk/>
          <pc:sldMk cId="257041948" sldId="278"/>
        </pc:sldMkLst>
        <pc:spChg chg="add mod">
          <ac:chgData name="KN Nanditha" userId="e5dd01c8037df770" providerId="LiveId" clId="{6E42AB44-2D1E-47B4-8EAC-230AFBE223B4}" dt="2026-04-16T14:35:09.686" v="277" actId="1076"/>
          <ac:spMkLst>
            <pc:docMk/>
            <pc:sldMk cId="257041948" sldId="278"/>
            <ac:spMk id="2" creationId="{2E4C46FD-7B1E-9F40-1E52-1CF7D7FDA09C}"/>
          </ac:spMkLst>
        </pc:spChg>
        <pc:spChg chg="add mod">
          <ac:chgData name="KN Nanditha" userId="e5dd01c8037df770" providerId="LiveId" clId="{6E42AB44-2D1E-47B4-8EAC-230AFBE223B4}" dt="2026-04-16T14:41:20.925" v="302" actId="20577"/>
          <ac:spMkLst>
            <pc:docMk/>
            <pc:sldMk cId="257041948" sldId="278"/>
            <ac:spMk id="4" creationId="{37E700EE-8503-9205-E6C9-D6772366B772}"/>
          </ac:spMkLst>
        </pc:spChg>
        <pc:picChg chg="add del mod">
          <ac:chgData name="KN Nanditha" userId="e5dd01c8037df770" providerId="LiveId" clId="{6E42AB44-2D1E-47B4-8EAC-230AFBE223B4}" dt="2026-04-16T14:54:50.489" v="423" actId="21"/>
          <ac:picMkLst>
            <pc:docMk/>
            <pc:sldMk cId="257041948" sldId="278"/>
            <ac:picMk id="6" creationId="{2D0CF2E7-B000-6364-E411-F6CA180D336C}"/>
          </ac:picMkLst>
        </pc:picChg>
        <pc:picChg chg="add del mod">
          <ac:chgData name="KN Nanditha" userId="e5dd01c8037df770" providerId="LiveId" clId="{6E42AB44-2D1E-47B4-8EAC-230AFBE223B4}" dt="2026-04-16T14:54:54.094" v="425" actId="21"/>
          <ac:picMkLst>
            <pc:docMk/>
            <pc:sldMk cId="257041948" sldId="278"/>
            <ac:picMk id="7" creationId="{2D0CF2E7-B000-6364-E411-F6CA180D336C}"/>
          </ac:picMkLst>
        </pc:picChg>
        <pc:picChg chg="add mod">
          <ac:chgData name="KN Nanditha" userId="e5dd01c8037df770" providerId="LiveId" clId="{6E42AB44-2D1E-47B4-8EAC-230AFBE223B4}" dt="2026-04-16T14:55:13.982" v="431" actId="1076"/>
          <ac:picMkLst>
            <pc:docMk/>
            <pc:sldMk cId="257041948" sldId="278"/>
            <ac:picMk id="9" creationId="{C863FFCE-257A-19D7-BBAC-A1AE538D5EFA}"/>
          </ac:picMkLst>
        </pc:picChg>
      </pc:sldChg>
      <pc:sldChg chg="addSp modSp mod">
        <pc:chgData name="KN Nanditha" userId="e5dd01c8037df770" providerId="LiveId" clId="{6E42AB44-2D1E-47B4-8EAC-230AFBE223B4}" dt="2026-04-16T14:58:22.674" v="453" actId="14100"/>
        <pc:sldMkLst>
          <pc:docMk/>
          <pc:sldMk cId="941983049" sldId="279"/>
        </pc:sldMkLst>
        <pc:spChg chg="add mod">
          <ac:chgData name="KN Nanditha" userId="e5dd01c8037df770" providerId="LiveId" clId="{6E42AB44-2D1E-47B4-8EAC-230AFBE223B4}" dt="2026-04-16T14:44:24.646" v="336" actId="122"/>
          <ac:spMkLst>
            <pc:docMk/>
            <pc:sldMk cId="941983049" sldId="279"/>
            <ac:spMk id="2" creationId="{13F6EFD9-5160-7C8D-225A-672FE92403AA}"/>
          </ac:spMkLst>
        </pc:spChg>
        <pc:spChg chg="add mod">
          <ac:chgData name="KN Nanditha" userId="e5dd01c8037df770" providerId="LiveId" clId="{6E42AB44-2D1E-47B4-8EAC-230AFBE223B4}" dt="2026-04-16T14:45:47.787" v="358" actId="14100"/>
          <ac:spMkLst>
            <pc:docMk/>
            <pc:sldMk cId="941983049" sldId="279"/>
            <ac:spMk id="3" creationId="{F0C000D5-DBFC-9AD1-106E-E32902F2CE8D}"/>
          </ac:spMkLst>
        </pc:spChg>
        <pc:picChg chg="add mod">
          <ac:chgData name="KN Nanditha" userId="e5dd01c8037df770" providerId="LiveId" clId="{6E42AB44-2D1E-47B4-8EAC-230AFBE223B4}" dt="2026-04-16T14:58:22.674" v="453" actId="14100"/>
          <ac:picMkLst>
            <pc:docMk/>
            <pc:sldMk cId="941983049" sldId="279"/>
            <ac:picMk id="5" creationId="{BD9F6F5C-1D2C-4D43-F09D-BF52C1E68508}"/>
          </ac:picMkLst>
        </pc:picChg>
      </pc:sldChg>
      <pc:sldChg chg="addSp delSp modSp mod">
        <pc:chgData name="KN Nanditha" userId="e5dd01c8037df770" providerId="LiveId" clId="{6E42AB44-2D1E-47B4-8EAC-230AFBE223B4}" dt="2026-04-16T14:50:04.012" v="402" actId="255"/>
        <pc:sldMkLst>
          <pc:docMk/>
          <pc:sldMk cId="3182562866" sldId="280"/>
        </pc:sldMkLst>
        <pc:spChg chg="add mod">
          <ac:chgData name="KN Nanditha" userId="e5dd01c8037df770" providerId="LiveId" clId="{6E42AB44-2D1E-47B4-8EAC-230AFBE223B4}" dt="2026-04-16T14:48:25.053" v="377" actId="122"/>
          <ac:spMkLst>
            <pc:docMk/>
            <pc:sldMk cId="3182562866" sldId="280"/>
            <ac:spMk id="2" creationId="{D35D6236-7DB6-D8A7-2AEF-B8820C58E602}"/>
          </ac:spMkLst>
        </pc:spChg>
        <pc:spChg chg="add del mod">
          <ac:chgData name="KN Nanditha" userId="e5dd01c8037df770" providerId="LiveId" clId="{6E42AB44-2D1E-47B4-8EAC-230AFBE223B4}" dt="2026-04-16T14:48:51.874" v="387" actId="21"/>
          <ac:spMkLst>
            <pc:docMk/>
            <pc:sldMk cId="3182562866" sldId="280"/>
            <ac:spMk id="3" creationId="{BE024A6F-2E14-A15A-4DD7-16DC4E27B853}"/>
          </ac:spMkLst>
        </pc:spChg>
        <pc:spChg chg="add del">
          <ac:chgData name="KN Nanditha" userId="e5dd01c8037df770" providerId="LiveId" clId="{6E42AB44-2D1E-47B4-8EAC-230AFBE223B4}" dt="2026-04-16T14:48:51.874" v="387" actId="21"/>
          <ac:spMkLst>
            <pc:docMk/>
            <pc:sldMk cId="3182562866" sldId="280"/>
            <ac:spMk id="4" creationId="{DCF59CC6-05C8-4472-E69A-1F255FCB28DC}"/>
          </ac:spMkLst>
        </pc:spChg>
        <pc:spChg chg="add del mod">
          <ac:chgData name="KN Nanditha" userId="e5dd01c8037df770" providerId="LiveId" clId="{6E42AB44-2D1E-47B4-8EAC-230AFBE223B4}" dt="2026-04-16T14:49:16.364" v="392" actId="21"/>
          <ac:spMkLst>
            <pc:docMk/>
            <pc:sldMk cId="3182562866" sldId="280"/>
            <ac:spMk id="5" creationId="{3D045AE9-9683-5288-7CD5-91F3B69DE8C1}"/>
          </ac:spMkLst>
        </pc:spChg>
        <pc:spChg chg="add mod">
          <ac:chgData name="KN Nanditha" userId="e5dd01c8037df770" providerId="LiveId" clId="{6E42AB44-2D1E-47B4-8EAC-230AFBE223B4}" dt="2026-04-16T14:49:05.686" v="391"/>
          <ac:spMkLst>
            <pc:docMk/>
            <pc:sldMk cId="3182562866" sldId="280"/>
            <ac:spMk id="6" creationId="{2C732236-2BC5-6DDE-EA84-306FA4A53C24}"/>
          </ac:spMkLst>
        </pc:spChg>
        <pc:spChg chg="add del mod">
          <ac:chgData name="KN Nanditha" userId="e5dd01c8037df770" providerId="LiveId" clId="{6E42AB44-2D1E-47B4-8EAC-230AFBE223B4}" dt="2026-04-16T14:49:18.424" v="393" actId="21"/>
          <ac:spMkLst>
            <pc:docMk/>
            <pc:sldMk cId="3182562866" sldId="280"/>
            <ac:spMk id="7" creationId="{9AE9492D-3484-3426-AC8B-E69E77ACCE1E}"/>
          </ac:spMkLst>
        </pc:spChg>
        <pc:spChg chg="add mod">
          <ac:chgData name="KN Nanditha" userId="e5dd01c8037df770" providerId="LiveId" clId="{6E42AB44-2D1E-47B4-8EAC-230AFBE223B4}" dt="2026-04-16T14:50:04.012" v="402" actId="255"/>
          <ac:spMkLst>
            <pc:docMk/>
            <pc:sldMk cId="3182562866" sldId="280"/>
            <ac:spMk id="8" creationId="{1FFE7C92-2FDC-DC71-130C-9A0948EEBC2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E2DD-0224-9859-71D0-C23CE56DB9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4CA0EA-96F0-6381-D32C-0C1093BF4C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73A747-B929-9BFC-63FC-336FCBB9E570}"/>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5" name="Footer Placeholder 4">
            <a:extLst>
              <a:ext uri="{FF2B5EF4-FFF2-40B4-BE49-F238E27FC236}">
                <a16:creationId xmlns:a16="http://schemas.microsoft.com/office/drawing/2014/main" id="{839A592B-D77B-4CA8-59DA-A398E1BAA0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F2B6EE-B3FA-3B76-D493-E9DD60F27C54}"/>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17166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F404B-2F4D-545B-8ABC-D8D63AD09B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3EAD28-F52D-C021-4CD4-B5380F5312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4A3F35-1587-7CD6-7379-B558DD6688B4}"/>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5" name="Footer Placeholder 4">
            <a:extLst>
              <a:ext uri="{FF2B5EF4-FFF2-40B4-BE49-F238E27FC236}">
                <a16:creationId xmlns:a16="http://schemas.microsoft.com/office/drawing/2014/main" id="{E7213E2D-5ADC-8AA5-7B7C-F232758BE2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5385AA-12AD-4125-7553-BE0762E5E247}"/>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86520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ADB32-2D75-D7FE-CF56-5DB8B62587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A9B1B5-6632-D33A-6D44-B00C460F7B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612E6E-B326-B706-B055-DA7ED36384E9}"/>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5" name="Footer Placeholder 4">
            <a:extLst>
              <a:ext uri="{FF2B5EF4-FFF2-40B4-BE49-F238E27FC236}">
                <a16:creationId xmlns:a16="http://schemas.microsoft.com/office/drawing/2014/main" id="{47F40F1B-BA8D-AE09-F5CB-8A48D5FE3B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873929-39F9-C020-A0B9-867B14D3BBD3}"/>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2282031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AE35-0E49-74B6-9550-1151F2961C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200284-EF06-C3A3-9A7C-D6E3A3E128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C89814-A069-0CF1-51E3-583C737041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D5AF5D-E44D-69BD-BF37-FC8906FAAA52}"/>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6" name="Footer Placeholder 5">
            <a:extLst>
              <a:ext uri="{FF2B5EF4-FFF2-40B4-BE49-F238E27FC236}">
                <a16:creationId xmlns:a16="http://schemas.microsoft.com/office/drawing/2014/main" id="{6A063100-8C67-FFBB-BCFC-CA31B7205A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67E0E6-0C98-6851-A86A-728E973BC185}"/>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73222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6A8A-8742-CA47-9B95-85B1BCDF45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B05443-8353-1A11-CDFD-ED0686F0C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9E34CE-113C-DAC4-1D96-A18367B289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1F1423-F783-017E-1EE9-C33C25F63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D437BF-7349-6715-6645-9CA7071FE6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A73C6E-B336-6FD6-6BAF-3C3A68A46CCC}"/>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8" name="Footer Placeholder 7">
            <a:extLst>
              <a:ext uri="{FF2B5EF4-FFF2-40B4-BE49-F238E27FC236}">
                <a16:creationId xmlns:a16="http://schemas.microsoft.com/office/drawing/2014/main" id="{863881D9-0F05-9168-572D-59F6AEC32E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316EFA-309A-4127-17BF-328842E05C74}"/>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1412714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0637-0D2D-49F0-149D-72E319291A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ED3835-62C9-0528-8197-DBB974C1D84F}"/>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4" name="Footer Placeholder 3">
            <a:extLst>
              <a:ext uri="{FF2B5EF4-FFF2-40B4-BE49-F238E27FC236}">
                <a16:creationId xmlns:a16="http://schemas.microsoft.com/office/drawing/2014/main" id="{4B9679CC-0E2F-178B-5C2B-1888E89A50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9EE7C6-0B81-C72F-A6EF-75FA38E7268C}"/>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2486074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E86BE6-555C-7491-323D-595574CECD49}"/>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3" name="Footer Placeholder 2">
            <a:extLst>
              <a:ext uri="{FF2B5EF4-FFF2-40B4-BE49-F238E27FC236}">
                <a16:creationId xmlns:a16="http://schemas.microsoft.com/office/drawing/2014/main" id="{633C6DE6-73DD-FD0D-FB42-61775B09B7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1C9DA92-000B-CECE-FEA4-9C8E632DCF56}"/>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3283316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699C5-D876-6820-1852-8B6879DA88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EDAD3B-F938-8488-741D-5D071E28A4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F8078B-A3BF-9A71-0FB9-F29A7F4D5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F0A1A-D919-B57B-B5EE-658888F64611}"/>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6" name="Footer Placeholder 5">
            <a:extLst>
              <a:ext uri="{FF2B5EF4-FFF2-40B4-BE49-F238E27FC236}">
                <a16:creationId xmlns:a16="http://schemas.microsoft.com/office/drawing/2014/main" id="{B71DBA77-49EA-BDE6-2563-4B500E8173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71EA63-59F1-9620-75C3-3EE49E7B3999}"/>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4253035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F62B-F65E-B2B9-287D-330009BE2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6A9C70-48F7-5EED-2BAC-4E5693A572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A1911F04-B954-07F5-8E86-127F29BDA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5CB3B-7861-33D1-59D5-14F7BA0710F0}"/>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6" name="Footer Placeholder 5">
            <a:extLst>
              <a:ext uri="{FF2B5EF4-FFF2-40B4-BE49-F238E27FC236}">
                <a16:creationId xmlns:a16="http://schemas.microsoft.com/office/drawing/2014/main" id="{21FE66DD-808F-6B83-5646-A8D9373DA0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162333-F3A8-2646-FE3F-A1130205317D}"/>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99061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A86D5-50D2-D77A-AD12-7EA94BD807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4BF696-75C4-89D3-B7AE-30FFFF2FF6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F11166-48E1-0556-4965-90DDB1F1EC7F}"/>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5" name="Footer Placeholder 4">
            <a:extLst>
              <a:ext uri="{FF2B5EF4-FFF2-40B4-BE49-F238E27FC236}">
                <a16:creationId xmlns:a16="http://schemas.microsoft.com/office/drawing/2014/main" id="{A86C1A5E-E8DA-DB4E-C958-EE31262640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4F75CE-F572-7E52-0CD9-52416B8A9174}"/>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2365134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2BFF4F-49C6-E18B-103E-696D1471DD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FBC39A-338C-4C27-C5C3-22B41EE03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5814DF-CFF0-832D-020A-2D51A162E0B0}"/>
              </a:ext>
            </a:extLst>
          </p:cNvPr>
          <p:cNvSpPr>
            <a:spLocks noGrp="1"/>
          </p:cNvSpPr>
          <p:nvPr>
            <p:ph type="dt" sz="half" idx="10"/>
          </p:nvPr>
        </p:nvSpPr>
        <p:spPr/>
        <p:txBody>
          <a:bodyPr/>
          <a:lstStyle/>
          <a:p>
            <a:fld id="{FD0B0652-4767-4932-BFBF-EDE6AD788803}" type="datetimeFigureOut">
              <a:rPr lang="en-IN" smtClean="0"/>
              <a:t>26-04-2026</a:t>
            </a:fld>
            <a:endParaRPr lang="en-IN"/>
          </a:p>
        </p:txBody>
      </p:sp>
      <p:sp>
        <p:nvSpPr>
          <p:cNvPr id="5" name="Footer Placeholder 4">
            <a:extLst>
              <a:ext uri="{FF2B5EF4-FFF2-40B4-BE49-F238E27FC236}">
                <a16:creationId xmlns:a16="http://schemas.microsoft.com/office/drawing/2014/main" id="{F05AC010-F45F-F1DF-65B0-55C94543C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BB6971-7993-A131-1D2A-90D27355CF4E}"/>
              </a:ext>
            </a:extLst>
          </p:cNvPr>
          <p:cNvSpPr>
            <a:spLocks noGrp="1"/>
          </p:cNvSpPr>
          <p:nvPr>
            <p:ph type="sldNum" sz="quarter" idx="12"/>
          </p:nvPr>
        </p:nvSpPr>
        <p:spPr/>
        <p:txBody>
          <a:bodyPr/>
          <a:lstStyle/>
          <a:p>
            <a:fld id="{64BD0258-57A2-4FBD-A653-7B27A5134F8F}" type="slidenum">
              <a:rPr lang="en-IN" smtClean="0"/>
              <a:t>‹#›</a:t>
            </a:fld>
            <a:endParaRPr lang="en-IN"/>
          </a:p>
        </p:txBody>
      </p:sp>
    </p:spTree>
    <p:extLst>
      <p:ext uri="{BB962C8B-B14F-4D97-AF65-F5344CB8AC3E}">
        <p14:creationId xmlns:p14="http://schemas.microsoft.com/office/powerpoint/2010/main" val="328548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cxnSp>
        <p:nvCxnSpPr>
          <p:cNvPr id="7" name="Straight Connector 6"/>
          <p:cNvCxnSpPr/>
          <p:nvPr userDrawn="1"/>
        </p:nvCxnSpPr>
        <p:spPr>
          <a:xfrm flipH="1">
            <a:off x="2057007" y="6492195"/>
            <a:ext cx="9540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2" y="0"/>
            <a:ext cx="12191999"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latin typeface="Museo 700" pitchFamily="50" charset="0"/>
            </a:endParaRPr>
          </a:p>
        </p:txBody>
      </p:sp>
      <p:sp>
        <p:nvSpPr>
          <p:cNvPr id="9" name="Freeform 6"/>
          <p:cNvSpPr>
            <a:spLocks noChangeAspect="1"/>
          </p:cNvSpPr>
          <p:nvPr userDrawn="1"/>
        </p:nvSpPr>
        <p:spPr bwMode="auto">
          <a:xfrm>
            <a:off x="0" y="190500"/>
            <a:ext cx="779272" cy="475488"/>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prstTxWarp prst="textNoShape">
              <a:avLst/>
            </a:prstTxWarp>
          </a:bodyPr>
          <a:lstStyle/>
          <a:p>
            <a:endParaRPr lang="en-IN" sz="1800" dirty="0">
              <a:latin typeface="Museo 700" pitchFamily="50" charset="0"/>
            </a:endParaRPr>
          </a:p>
        </p:txBody>
      </p:sp>
      <p:sp>
        <p:nvSpPr>
          <p:cNvPr id="10" name="Freeform 14"/>
          <p:cNvSpPr>
            <a:spLocks/>
          </p:cNvSpPr>
          <p:nvPr userDrawn="1"/>
        </p:nvSpPr>
        <p:spPr bwMode="auto">
          <a:xfrm>
            <a:off x="574360" y="190120"/>
            <a:ext cx="680080" cy="609981"/>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vert="horz" wrap="square" lIns="91440" tIns="45720" rIns="91440" bIns="45720" numCol="1" anchor="t" anchorCtr="0" compatLnSpc="1">
            <a:prstTxWarp prst="textNoShape">
              <a:avLst/>
            </a:prstTxWarp>
          </a:bodyPr>
          <a:lstStyle/>
          <a:p>
            <a:endParaRPr lang="en-IN" sz="1800" dirty="0">
              <a:latin typeface="Museo 700" pitchFamily="50" charset="0"/>
            </a:endParaRPr>
          </a:p>
        </p:txBody>
      </p:sp>
      <p:sp>
        <p:nvSpPr>
          <p:cNvPr id="11" name="Freeform 6"/>
          <p:cNvSpPr>
            <a:spLocks noChangeAspect="1"/>
          </p:cNvSpPr>
          <p:nvPr userDrawn="1"/>
        </p:nvSpPr>
        <p:spPr bwMode="auto">
          <a:xfrm>
            <a:off x="11597006" y="6482669"/>
            <a:ext cx="615127" cy="375331"/>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prstTxWarp prst="textNoShape">
              <a:avLst/>
            </a:prstTxWarp>
          </a:bodyPr>
          <a:lstStyle/>
          <a:p>
            <a:endParaRPr lang="en-IN" sz="1800" dirty="0">
              <a:latin typeface="Museo 700" pitchFamily="50" charset="0"/>
            </a:endParaRPr>
          </a:p>
        </p:txBody>
      </p:sp>
      <p:sp>
        <p:nvSpPr>
          <p:cNvPr id="12" name="Slide Number Placeholder 5"/>
          <p:cNvSpPr txBox="1">
            <a:spLocks/>
          </p:cNvSpPr>
          <p:nvPr userDrawn="1"/>
        </p:nvSpPr>
        <p:spPr>
          <a:xfrm>
            <a:off x="11621978" y="6530295"/>
            <a:ext cx="406399" cy="365125"/>
          </a:xfrm>
          <a:prstGeom prst="rect">
            <a:avLst/>
          </a:prstGeom>
        </p:spPr>
        <p:txBody>
          <a:bodyPr/>
          <a:lstStyle/>
          <a:p>
            <a:pPr marL="0" marR="0" lvl="0" indent="0" algn="ctr" defTabSz="914264"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useo 700" pitchFamily="50" charset="0"/>
                <a:ea typeface="+mn-ea"/>
                <a:cs typeface="+mn-cs"/>
              </a:rPr>
              <a:pPr marL="0" marR="0" lvl="0" indent="0" algn="ctr" defTabSz="914264"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dirty="0">
              <a:ln>
                <a:noFill/>
              </a:ln>
              <a:solidFill>
                <a:schemeClr val="bg1"/>
              </a:solidFill>
              <a:effectLst/>
              <a:uLnTx/>
              <a:uFillTx/>
              <a:latin typeface="Museo 700" pitchFamily="50" charset="0"/>
              <a:ea typeface="+mn-ea"/>
              <a:cs typeface="+mn-cs"/>
            </a:endParaRPr>
          </a:p>
        </p:txBody>
      </p:sp>
      <p:pic>
        <p:nvPicPr>
          <p:cNvPr id="13" name="Picture 2">
            <a:extLst>
              <a:ext uri="{FF2B5EF4-FFF2-40B4-BE49-F238E27FC236}">
                <a16:creationId xmlns:a16="http://schemas.microsoft.com/office/drawing/2014/main" id="{1AA2393D-6DEA-4989-978E-81A311EFE23F}"/>
              </a:ext>
            </a:extLst>
          </p:cNvPr>
          <p:cNvPicPr>
            <a:picLocks noChangeAspect="1" noChangeArrowheads="1"/>
          </p:cNvPicPr>
          <p:nvPr userDrawn="1"/>
        </p:nvPicPr>
        <p:blipFill>
          <a:blip r:embed="rId2" cstate="print"/>
          <a:srcRect/>
          <a:stretch>
            <a:fillRect/>
          </a:stretch>
        </p:blipFill>
        <p:spPr bwMode="auto">
          <a:xfrm>
            <a:off x="202082" y="5903342"/>
            <a:ext cx="1854925" cy="816159"/>
          </a:xfrm>
          <a:prstGeom prst="rect">
            <a:avLst/>
          </a:prstGeom>
          <a:noFill/>
          <a:ln w="9525">
            <a:noFill/>
            <a:miter lim="800000"/>
            <a:headEnd/>
            <a:tailEnd/>
          </a:ln>
          <a:effectLst/>
        </p:spPr>
      </p:pic>
      <p:sp>
        <p:nvSpPr>
          <p:cNvPr id="14" name="TextBox 13">
            <a:extLst>
              <a:ext uri="{FF2B5EF4-FFF2-40B4-BE49-F238E27FC236}">
                <a16:creationId xmlns:a16="http://schemas.microsoft.com/office/drawing/2014/main" id="{8C175610-EE36-4199-8022-D092210E9E40}"/>
              </a:ext>
            </a:extLst>
          </p:cNvPr>
          <p:cNvSpPr txBox="1"/>
          <p:nvPr userDrawn="1"/>
        </p:nvSpPr>
        <p:spPr>
          <a:xfrm>
            <a:off x="1656540" y="6552230"/>
            <a:ext cx="10155936" cy="261610"/>
          </a:xfrm>
          <a:prstGeom prst="rect">
            <a:avLst/>
          </a:prstGeom>
          <a:noFill/>
        </p:spPr>
        <p:txBody>
          <a:bodyPr wrap="square" rtlCol="0">
            <a:spAutoFit/>
          </a:bodyPr>
          <a:lstStyle/>
          <a:p>
            <a:pPr algn="ctr"/>
            <a:r>
              <a:rPr lang="en-IN" sz="1100" b="1" dirty="0">
                <a:solidFill>
                  <a:srgbClr val="C00000"/>
                </a:solidFill>
                <a:latin typeface="Museo 300" pitchFamily="50" charset="0"/>
              </a:rPr>
              <a:t>Affiliated to VTU, Belagavi</a:t>
            </a:r>
            <a:r>
              <a:rPr lang="en-US" sz="1100" b="1" dirty="0">
                <a:solidFill>
                  <a:srgbClr val="C00000"/>
                </a:solidFill>
                <a:latin typeface="Museo 300" pitchFamily="50" charset="0"/>
              </a:rPr>
              <a:t>, </a:t>
            </a:r>
            <a:r>
              <a:rPr lang="en-IN" sz="1100" b="1" dirty="0">
                <a:solidFill>
                  <a:srgbClr val="C00000"/>
                </a:solidFill>
                <a:latin typeface="Museo 300" pitchFamily="50" charset="0"/>
              </a:rPr>
              <a:t>Approved By AICTE, New Delhi, Recognized by UGC with 2(f) &amp; 12(B) status</a:t>
            </a:r>
            <a:r>
              <a:rPr lang="en-US" sz="1100" b="1" dirty="0">
                <a:solidFill>
                  <a:srgbClr val="C00000"/>
                </a:solidFill>
                <a:latin typeface="Museo 300" pitchFamily="50" charset="0"/>
              </a:rPr>
              <a:t>, </a:t>
            </a:r>
            <a:r>
              <a:rPr lang="en-IN" sz="1100" b="1" dirty="0">
                <a:solidFill>
                  <a:srgbClr val="C00000"/>
                </a:solidFill>
                <a:latin typeface="Museo 300" pitchFamily="50" charset="0"/>
              </a:rPr>
              <a:t>Accredited By NBA and NAAC</a:t>
            </a:r>
            <a:endParaRPr lang="en-US" sz="1100" b="1" dirty="0">
              <a:solidFill>
                <a:srgbClr val="C00000"/>
              </a:solidFill>
              <a:latin typeface="Museo 300" pitchFamily="50" charset="0"/>
            </a:endParaRPr>
          </a:p>
        </p:txBody>
      </p:sp>
      <p:sp>
        <p:nvSpPr>
          <p:cNvPr id="15" name="TextBox 14">
            <a:extLst>
              <a:ext uri="{FF2B5EF4-FFF2-40B4-BE49-F238E27FC236}">
                <a16:creationId xmlns:a16="http://schemas.microsoft.com/office/drawing/2014/main" id="{8C175610-EE36-4199-8022-D092210E9E40}"/>
              </a:ext>
            </a:extLst>
          </p:cNvPr>
          <p:cNvSpPr txBox="1"/>
          <p:nvPr userDrawn="1"/>
        </p:nvSpPr>
        <p:spPr>
          <a:xfrm>
            <a:off x="66227" y="6581002"/>
            <a:ext cx="2054280" cy="261610"/>
          </a:xfrm>
          <a:prstGeom prst="rect">
            <a:avLst/>
          </a:prstGeom>
          <a:noFill/>
        </p:spPr>
        <p:txBody>
          <a:bodyPr wrap="square" rtlCol="0">
            <a:spAutoFit/>
          </a:bodyPr>
          <a:lstStyle/>
          <a:p>
            <a:r>
              <a:rPr lang="en-US" sz="1100" b="1" dirty="0">
                <a:solidFill>
                  <a:srgbClr val="C00000"/>
                </a:solidFill>
                <a:latin typeface="Museo 300" pitchFamily="50" charset="0"/>
              </a:rPr>
              <a:t>An</a:t>
            </a:r>
            <a:r>
              <a:rPr lang="en-US" sz="1100" b="1" baseline="0" dirty="0">
                <a:solidFill>
                  <a:srgbClr val="C00000"/>
                </a:solidFill>
                <a:latin typeface="Museo 300" pitchFamily="50" charset="0"/>
              </a:rPr>
              <a:t> Autonomous Institute</a:t>
            </a:r>
            <a:endParaRPr lang="en-US" sz="1100" b="1" dirty="0">
              <a:solidFill>
                <a:srgbClr val="C00000"/>
              </a:solidFill>
              <a:latin typeface="Museo 300" pitchFamily="50" charset="0"/>
            </a:endParaRPr>
          </a:p>
        </p:txBody>
      </p:sp>
    </p:spTree>
    <p:extLst>
      <p:ext uri="{BB962C8B-B14F-4D97-AF65-F5344CB8AC3E}">
        <p14:creationId xmlns:p14="http://schemas.microsoft.com/office/powerpoint/2010/main" val="19690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E450B1-6DD5-0808-CDE3-759BB760F5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49B1CC-2670-38C3-62C7-844AC5422A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7CB06B-45DC-03EB-8E2B-3926423DCB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0B0652-4767-4932-BFBF-EDE6AD788803}" type="datetimeFigureOut">
              <a:rPr lang="en-IN" smtClean="0"/>
              <a:t>26-04-2026</a:t>
            </a:fld>
            <a:endParaRPr lang="en-IN"/>
          </a:p>
        </p:txBody>
      </p:sp>
      <p:sp>
        <p:nvSpPr>
          <p:cNvPr id="5" name="Footer Placeholder 4">
            <a:extLst>
              <a:ext uri="{FF2B5EF4-FFF2-40B4-BE49-F238E27FC236}">
                <a16:creationId xmlns:a16="http://schemas.microsoft.com/office/drawing/2014/main" id="{2C0DDB01-BFF9-8911-3CCB-19DE1807F3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92784A-847A-84FA-E3F9-A69AA222DC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BD0258-57A2-4FBD-A653-7B27A5134F8F}" type="slidenum">
              <a:rPr lang="en-IN" smtClean="0"/>
              <a:t>‹#›</a:t>
            </a:fld>
            <a:endParaRPr lang="en-IN"/>
          </a:p>
        </p:txBody>
      </p:sp>
    </p:spTree>
    <p:extLst>
      <p:ext uri="{BB962C8B-B14F-4D97-AF65-F5344CB8AC3E}">
        <p14:creationId xmlns:p14="http://schemas.microsoft.com/office/powerpoint/2010/main" val="2067621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16"/>
          <p:cNvSpPr>
            <a:spLocks/>
          </p:cNvSpPr>
          <p:nvPr/>
        </p:nvSpPr>
        <p:spPr bwMode="auto">
          <a:xfrm>
            <a:off x="83574" y="2997231"/>
            <a:ext cx="12024851" cy="2961117"/>
          </a:xfrm>
          <a:custGeom>
            <a:avLst/>
            <a:gdLst>
              <a:gd name="T0" fmla="*/ 0 w 4583"/>
              <a:gd name="T1" fmla="*/ 0 h 727"/>
              <a:gd name="T2" fmla="*/ 0 w 4583"/>
              <a:gd name="T3" fmla="*/ 727 h 727"/>
              <a:gd name="T4" fmla="*/ 4583 w 4583"/>
              <a:gd name="T5" fmla="*/ 727 h 727"/>
              <a:gd name="T6" fmla="*/ 4028 w 4583"/>
              <a:gd name="T7" fmla="*/ 0 h 727"/>
              <a:gd name="T8" fmla="*/ 0 w 4583"/>
              <a:gd name="T9" fmla="*/ 0 h 727"/>
            </a:gdLst>
            <a:ahLst/>
            <a:cxnLst>
              <a:cxn ang="0">
                <a:pos x="T0" y="T1"/>
              </a:cxn>
              <a:cxn ang="0">
                <a:pos x="T2" y="T3"/>
              </a:cxn>
              <a:cxn ang="0">
                <a:pos x="T4" y="T5"/>
              </a:cxn>
              <a:cxn ang="0">
                <a:pos x="T6" y="T7"/>
              </a:cxn>
              <a:cxn ang="0">
                <a:pos x="T8" y="T9"/>
              </a:cxn>
            </a:cxnLst>
            <a:rect l="0" t="0" r="r" b="b"/>
            <a:pathLst>
              <a:path w="4583" h="727">
                <a:moveTo>
                  <a:pt x="0" y="0"/>
                </a:moveTo>
                <a:lnTo>
                  <a:pt x="0" y="727"/>
                </a:lnTo>
                <a:lnTo>
                  <a:pt x="4583" y="727"/>
                </a:lnTo>
                <a:lnTo>
                  <a:pt x="4028" y="0"/>
                </a:lnTo>
                <a:lnTo>
                  <a:pt x="0" y="0"/>
                </a:lnTo>
                <a:close/>
              </a:path>
            </a:pathLst>
          </a:custGeom>
          <a:solidFill>
            <a:srgbClr val="F78D20"/>
          </a:solidFill>
          <a:ln>
            <a:solidFill>
              <a:srgbClr val="F78D20"/>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chorCtr="0" compatLnSpc="1">
            <a:prstTxWarp prst="textNoShape">
              <a:avLst/>
            </a:prstTxWarp>
          </a:bodyPr>
          <a:lstStyle/>
          <a:p>
            <a:pPr algn="ctr"/>
            <a:r>
              <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rPr>
              <a:t> Department of Information Science Engineering</a:t>
            </a:r>
          </a:p>
          <a:p>
            <a:endPar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endParaRPr>
          </a:p>
          <a:p>
            <a:r>
              <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rPr>
              <a:t>Presented By: L V Nivethan</a:t>
            </a:r>
          </a:p>
          <a:p>
            <a:r>
              <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rPr>
              <a:t>USN:1MJ24IS038</a:t>
            </a:r>
          </a:p>
          <a:p>
            <a:r>
              <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rPr>
              <a:t>Branch &amp; section: ISE 4‘A’</a:t>
            </a:r>
          </a:p>
          <a:p>
            <a:r>
              <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rPr>
              <a:t>Subject &amp; code: Biology for engineers (MVJ22BI47)</a:t>
            </a:r>
          </a:p>
          <a:p>
            <a:r>
              <a:rPr lang="en-US" sz="2800" b="1" i="1" dirty="0">
                <a:solidFill>
                  <a:schemeClr val="tx1">
                    <a:lumMod val="95000"/>
                    <a:lumOff val="5000"/>
                  </a:schemeClr>
                </a:solidFill>
                <a:effectLst>
                  <a:outerShdw blurRad="38100" dist="38100" dir="2700000" algn="tl">
                    <a:srgbClr val="000000">
                      <a:alpha val="43137"/>
                    </a:srgbClr>
                  </a:outerShdw>
                </a:effectLst>
                <a:latin typeface="Lucida Bright" panose="02040602050505020304" pitchFamily="18" charset="0"/>
              </a:rPr>
              <a:t> </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8276" y="81513"/>
            <a:ext cx="3110737" cy="1571403"/>
          </a:xfrm>
          <a:prstGeom prst="rect">
            <a:avLst/>
          </a:prstGeom>
        </p:spPr>
      </p:pic>
      <p:sp>
        <p:nvSpPr>
          <p:cNvPr id="10" name="Freeform 20"/>
          <p:cNvSpPr>
            <a:spLocks/>
          </p:cNvSpPr>
          <p:nvPr/>
        </p:nvSpPr>
        <p:spPr bwMode="auto">
          <a:xfrm>
            <a:off x="3636785" y="1923243"/>
            <a:ext cx="4853625" cy="1073988"/>
          </a:xfrm>
          <a:custGeom>
            <a:avLst/>
            <a:gdLst>
              <a:gd name="T0" fmla="*/ 3318 w 3392"/>
              <a:gd name="T1" fmla="*/ 0 h 100"/>
              <a:gd name="T2" fmla="*/ 0 w 3392"/>
              <a:gd name="T3" fmla="*/ 0 h 100"/>
              <a:gd name="T4" fmla="*/ 0 w 3392"/>
              <a:gd name="T5" fmla="*/ 100 h 100"/>
              <a:gd name="T6" fmla="*/ 3392 w 3392"/>
              <a:gd name="T7" fmla="*/ 100 h 100"/>
              <a:gd name="T8" fmla="*/ 3318 w 3392"/>
              <a:gd name="T9" fmla="*/ 0 h 100"/>
            </a:gdLst>
            <a:ahLst/>
            <a:cxnLst>
              <a:cxn ang="0">
                <a:pos x="T0" y="T1"/>
              </a:cxn>
              <a:cxn ang="0">
                <a:pos x="T2" y="T3"/>
              </a:cxn>
              <a:cxn ang="0">
                <a:pos x="T4" y="T5"/>
              </a:cxn>
              <a:cxn ang="0">
                <a:pos x="T6" y="T7"/>
              </a:cxn>
              <a:cxn ang="0">
                <a:pos x="T8" y="T9"/>
              </a:cxn>
            </a:cxnLst>
            <a:rect l="0" t="0" r="r" b="b"/>
            <a:pathLst>
              <a:path w="3392" h="100">
                <a:moveTo>
                  <a:pt x="3318" y="0"/>
                </a:moveTo>
                <a:lnTo>
                  <a:pt x="0" y="0"/>
                </a:lnTo>
                <a:lnTo>
                  <a:pt x="0" y="100"/>
                </a:lnTo>
                <a:lnTo>
                  <a:pt x="3392" y="100"/>
                </a:lnTo>
                <a:lnTo>
                  <a:pt x="3318" y="0"/>
                </a:lnTo>
                <a:close/>
              </a:path>
            </a:pathLst>
          </a:custGeom>
          <a:solidFill>
            <a:schemeClr val="bg1">
              <a:alpha val="53000"/>
            </a:schemeClr>
          </a:solidFill>
          <a:ln>
            <a:noFill/>
          </a:ln>
        </p:spPr>
        <p:txBody>
          <a:bodyPr vert="horz" wrap="square" lIns="91440" tIns="45720" rIns="91440" bIns="45720" numCol="1" anchor="t" anchorCtr="0" compatLnSpc="1">
            <a:prstTxWarp prst="textNoShape">
              <a:avLst/>
            </a:prstTxWarp>
          </a:bodyPr>
          <a:lstStyle/>
          <a:p>
            <a:pPr algn="ctr"/>
            <a:r>
              <a:rPr lang="en-IN" sz="1600" dirty="0">
                <a:solidFill>
                  <a:srgbClr val="C00000"/>
                </a:solidFill>
                <a:latin typeface="Museo 500" panose="02000000000000000000" pitchFamily="50" charset="0"/>
              </a:rPr>
              <a:t>Affiliated to VTU, Belagavi</a:t>
            </a:r>
          </a:p>
          <a:p>
            <a:pPr algn="ctr"/>
            <a:r>
              <a:rPr lang="en-IN" sz="1600" dirty="0">
                <a:solidFill>
                  <a:srgbClr val="C00000"/>
                </a:solidFill>
                <a:latin typeface="Museo 500" panose="02000000000000000000" pitchFamily="50" charset="0"/>
              </a:rPr>
              <a:t>Approved by AICTE, New Delhi</a:t>
            </a:r>
          </a:p>
          <a:p>
            <a:pPr algn="ctr"/>
            <a:r>
              <a:rPr lang="en-IN" sz="1600" dirty="0">
                <a:solidFill>
                  <a:srgbClr val="C00000"/>
                </a:solidFill>
                <a:latin typeface="Museo 500" panose="02000000000000000000" pitchFamily="50" charset="0"/>
              </a:rPr>
              <a:t>Recognised by UGC with 2(f) &amp; 12 (B)</a:t>
            </a:r>
          </a:p>
          <a:p>
            <a:pPr algn="ctr"/>
            <a:r>
              <a:rPr lang="en-IN" sz="1600" dirty="0">
                <a:solidFill>
                  <a:srgbClr val="C00000"/>
                </a:solidFill>
                <a:latin typeface="Museo 500" panose="02000000000000000000" pitchFamily="50" charset="0"/>
              </a:rPr>
              <a:t>Accredited by NBA &amp; NAAC</a:t>
            </a:r>
          </a:p>
        </p:txBody>
      </p:sp>
      <p:sp>
        <p:nvSpPr>
          <p:cNvPr id="3" name="TextBox 2">
            <a:extLst>
              <a:ext uri="{FF2B5EF4-FFF2-40B4-BE49-F238E27FC236}">
                <a16:creationId xmlns:a16="http://schemas.microsoft.com/office/drawing/2014/main" id="{5E615414-330C-40FE-AE23-D73A2EBE38B7}"/>
              </a:ext>
            </a:extLst>
          </p:cNvPr>
          <p:cNvSpPr txBox="1"/>
          <p:nvPr/>
        </p:nvSpPr>
        <p:spPr>
          <a:xfrm>
            <a:off x="4910637" y="1615466"/>
            <a:ext cx="3255465" cy="307777"/>
          </a:xfrm>
          <a:prstGeom prst="rect">
            <a:avLst/>
          </a:prstGeom>
          <a:noFill/>
          <a:ln>
            <a:noFill/>
          </a:ln>
        </p:spPr>
        <p:txBody>
          <a:bodyPr wrap="square" rtlCol="0">
            <a:spAutoFit/>
          </a:bodyPr>
          <a:lstStyle/>
          <a:p>
            <a:r>
              <a:rPr lang="en-IN" sz="1400" dirty="0">
                <a:solidFill>
                  <a:srgbClr val="C53927"/>
                </a:solidFill>
                <a:latin typeface="Museo 500" panose="02000000000000000000" pitchFamily="50" charset="0"/>
              </a:rPr>
              <a:t>An Autonomous Institution</a:t>
            </a:r>
          </a:p>
        </p:txBody>
      </p:sp>
    </p:spTree>
    <p:extLst>
      <p:ext uri="{BB962C8B-B14F-4D97-AF65-F5344CB8AC3E}">
        <p14:creationId xmlns:p14="http://schemas.microsoft.com/office/powerpoint/2010/main" val="4115015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ED1086-D892-3D7E-A6AB-D55A5C3FC905}"/>
              </a:ext>
            </a:extLst>
          </p:cNvPr>
          <p:cNvSpPr txBox="1"/>
          <p:nvPr/>
        </p:nvSpPr>
        <p:spPr>
          <a:xfrm>
            <a:off x="564358" y="1298466"/>
            <a:ext cx="6107906" cy="461665"/>
          </a:xfrm>
          <a:prstGeom prst="rect">
            <a:avLst/>
          </a:prstGeom>
          <a:noFill/>
        </p:spPr>
        <p:txBody>
          <a:bodyPr wrap="square">
            <a:spAutoFit/>
          </a:bodyPr>
          <a:lstStyle/>
          <a:p>
            <a:r>
              <a:rPr lang="en-GB" sz="2400" dirty="0"/>
              <a:t> </a:t>
            </a:r>
            <a:endParaRPr lang="en-IN" sz="2400" dirty="0"/>
          </a:p>
        </p:txBody>
      </p:sp>
      <p:sp>
        <p:nvSpPr>
          <p:cNvPr id="2" name="TextBox 1">
            <a:extLst>
              <a:ext uri="{FF2B5EF4-FFF2-40B4-BE49-F238E27FC236}">
                <a16:creationId xmlns:a16="http://schemas.microsoft.com/office/drawing/2014/main" id="{06B78940-AD8A-ED56-79DE-3D02CF298FE0}"/>
              </a:ext>
            </a:extLst>
          </p:cNvPr>
          <p:cNvSpPr txBox="1"/>
          <p:nvPr/>
        </p:nvSpPr>
        <p:spPr>
          <a:xfrm>
            <a:off x="4611329" y="963561"/>
            <a:ext cx="3008671" cy="830997"/>
          </a:xfrm>
          <a:prstGeom prst="rect">
            <a:avLst/>
          </a:prstGeom>
          <a:noFill/>
        </p:spPr>
        <p:txBody>
          <a:bodyPr wrap="square" rtlCol="0">
            <a:spAutoFit/>
          </a:bodyPr>
          <a:lstStyle/>
          <a:p>
            <a:pPr algn="ctr"/>
            <a:r>
              <a:rPr lang="en-IN" dirty="0"/>
              <a:t>   </a:t>
            </a:r>
            <a:r>
              <a:rPr lang="en-IN" sz="4800" dirty="0">
                <a:latin typeface="Baskerville Old Face" panose="02020602080505020303" pitchFamily="18" charset="0"/>
              </a:rPr>
              <a:t>TITLE</a:t>
            </a:r>
          </a:p>
        </p:txBody>
      </p:sp>
      <p:sp>
        <p:nvSpPr>
          <p:cNvPr id="5" name="TextBox 4">
            <a:extLst>
              <a:ext uri="{FF2B5EF4-FFF2-40B4-BE49-F238E27FC236}">
                <a16:creationId xmlns:a16="http://schemas.microsoft.com/office/drawing/2014/main" id="{1EBC9C8F-9563-E91B-F586-1E7D219B0A73}"/>
              </a:ext>
            </a:extLst>
          </p:cNvPr>
          <p:cNvSpPr txBox="1"/>
          <p:nvPr/>
        </p:nvSpPr>
        <p:spPr>
          <a:xfrm>
            <a:off x="919316" y="2875002"/>
            <a:ext cx="10392696" cy="1107996"/>
          </a:xfrm>
          <a:prstGeom prst="rect">
            <a:avLst/>
          </a:prstGeom>
          <a:noFill/>
        </p:spPr>
        <p:txBody>
          <a:bodyPr wrap="square" rtlCol="0">
            <a:spAutoFit/>
          </a:bodyPr>
          <a:lstStyle/>
          <a:p>
            <a:pPr algn="ctr"/>
            <a:r>
              <a:rPr lang="en-IN" sz="6600" dirty="0">
                <a:solidFill>
                  <a:srgbClr val="FF0000"/>
                </a:solidFill>
                <a:latin typeface="Baskerville Old Face" panose="02020602080505020303" pitchFamily="18" charset="0"/>
              </a:rPr>
              <a:t>“AI in Disease Diagnosis”</a:t>
            </a:r>
          </a:p>
        </p:txBody>
      </p:sp>
    </p:spTree>
    <p:extLst>
      <p:ext uri="{BB962C8B-B14F-4D97-AF65-F5344CB8AC3E}">
        <p14:creationId xmlns:p14="http://schemas.microsoft.com/office/powerpoint/2010/main" val="1131483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56A7-08AB-4119-F279-44C5B89D9E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77DA1E-E098-C7F4-ABB6-AE2F5DF63B54}"/>
              </a:ext>
            </a:extLst>
          </p:cNvPr>
          <p:cNvSpPr txBox="1"/>
          <p:nvPr/>
        </p:nvSpPr>
        <p:spPr>
          <a:xfrm>
            <a:off x="564358" y="1298466"/>
            <a:ext cx="6107906" cy="461665"/>
          </a:xfrm>
          <a:prstGeom prst="rect">
            <a:avLst/>
          </a:prstGeom>
          <a:noFill/>
        </p:spPr>
        <p:txBody>
          <a:bodyPr wrap="square">
            <a:spAutoFit/>
          </a:bodyPr>
          <a:lstStyle/>
          <a:p>
            <a:r>
              <a:rPr lang="en-GB" sz="2400" dirty="0"/>
              <a:t> </a:t>
            </a:r>
            <a:endParaRPr lang="en-IN" sz="2400" dirty="0"/>
          </a:p>
        </p:txBody>
      </p:sp>
      <p:sp>
        <p:nvSpPr>
          <p:cNvPr id="2" name="TextBox 1">
            <a:extLst>
              <a:ext uri="{FF2B5EF4-FFF2-40B4-BE49-F238E27FC236}">
                <a16:creationId xmlns:a16="http://schemas.microsoft.com/office/drawing/2014/main" id="{AC760A24-6B99-ADDC-7462-B3A2BC6F942F}"/>
              </a:ext>
            </a:extLst>
          </p:cNvPr>
          <p:cNvSpPr txBox="1"/>
          <p:nvPr/>
        </p:nvSpPr>
        <p:spPr>
          <a:xfrm>
            <a:off x="4178709" y="845315"/>
            <a:ext cx="3834581" cy="584775"/>
          </a:xfrm>
          <a:prstGeom prst="rect">
            <a:avLst/>
          </a:prstGeom>
          <a:noFill/>
        </p:spPr>
        <p:txBody>
          <a:bodyPr wrap="square" rtlCol="0">
            <a:spAutoFit/>
          </a:bodyPr>
          <a:lstStyle/>
          <a:p>
            <a:pPr algn="ctr"/>
            <a:r>
              <a:rPr lang="en-IN" sz="3200" dirty="0">
                <a:latin typeface="Baskerville Old Face" panose="02020602080505020303" pitchFamily="18" charset="0"/>
              </a:rPr>
              <a:t>Introduction</a:t>
            </a:r>
          </a:p>
        </p:txBody>
      </p:sp>
      <p:sp>
        <p:nvSpPr>
          <p:cNvPr id="4" name="TextBox 3">
            <a:extLst>
              <a:ext uri="{FF2B5EF4-FFF2-40B4-BE49-F238E27FC236}">
                <a16:creationId xmlns:a16="http://schemas.microsoft.com/office/drawing/2014/main" id="{1CBF07A3-A8DD-646C-7FE5-D8BFD8099742}"/>
              </a:ext>
            </a:extLst>
          </p:cNvPr>
          <p:cNvSpPr txBox="1"/>
          <p:nvPr/>
        </p:nvSpPr>
        <p:spPr>
          <a:xfrm>
            <a:off x="1145182" y="2081659"/>
            <a:ext cx="10491569" cy="3170099"/>
          </a:xfrm>
          <a:prstGeom prst="rect">
            <a:avLst/>
          </a:prstGeom>
          <a:noFill/>
        </p:spPr>
        <p:txBody>
          <a:bodyPr wrap="square" rtlCol="0">
            <a:spAutoFit/>
          </a:bodyPr>
          <a:lstStyle/>
          <a:p>
            <a:r>
              <a:rPr lang="en-US" sz="2000" dirty="0"/>
              <a:t>Artificial Intelligence (AI) is transforming healthcare by enabling faster, more accurate, and efficient disease diagnosis. By analyzing vast amounts of medical data, AI systems can identify patterns that may not be easily detectable by human doctors.</a:t>
            </a:r>
          </a:p>
          <a:p>
            <a:endParaRPr lang="en-US" sz="2000" dirty="0"/>
          </a:p>
          <a:p>
            <a:r>
              <a:rPr lang="en-US" sz="2000" dirty="0"/>
              <a:t>AI-powered tools such as machine learning algorithms, deep learning models, and computer vision are being used to diagnose diseases ranging from cancer to heart conditions. These technologies assist healthcare professionals in making informed decisions, reducing errors, and improving patient outcomes.</a:t>
            </a:r>
          </a:p>
          <a:p>
            <a:r>
              <a:rPr lang="en-US" sz="2000" dirty="0"/>
              <a:t>As healthcare continues to evolve, AI is becoming a powerful partner in early detection, precision medicine, and personalized treatment.</a:t>
            </a:r>
          </a:p>
        </p:txBody>
      </p:sp>
    </p:spTree>
    <p:extLst>
      <p:ext uri="{BB962C8B-B14F-4D97-AF65-F5344CB8AC3E}">
        <p14:creationId xmlns:p14="http://schemas.microsoft.com/office/powerpoint/2010/main" val="1348951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7063B-D34D-0F6B-2B4A-E10EAD9694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998829-6466-BD99-840F-A4C7C6ADDE3A}"/>
              </a:ext>
            </a:extLst>
          </p:cNvPr>
          <p:cNvSpPr txBox="1"/>
          <p:nvPr/>
        </p:nvSpPr>
        <p:spPr>
          <a:xfrm>
            <a:off x="2222090" y="637402"/>
            <a:ext cx="7665322" cy="584775"/>
          </a:xfrm>
          <a:prstGeom prst="rect">
            <a:avLst/>
          </a:prstGeom>
          <a:noFill/>
        </p:spPr>
        <p:txBody>
          <a:bodyPr wrap="square">
            <a:spAutoFit/>
          </a:bodyPr>
          <a:lstStyle/>
          <a:p>
            <a:pPr algn="ctr"/>
            <a:r>
              <a:rPr lang="en-US" sz="3200" b="1" dirty="0"/>
              <a:t>Understanding AI in Diagnosis</a:t>
            </a:r>
            <a:endParaRPr lang="en-IN" sz="3200" b="1" dirty="0">
              <a:latin typeface="Baskerville Old Face" panose="02020602080505020303" pitchFamily="18" charset="0"/>
            </a:endParaRPr>
          </a:p>
        </p:txBody>
      </p:sp>
      <p:sp>
        <p:nvSpPr>
          <p:cNvPr id="4" name="TextBox 3">
            <a:extLst>
              <a:ext uri="{FF2B5EF4-FFF2-40B4-BE49-F238E27FC236}">
                <a16:creationId xmlns:a16="http://schemas.microsoft.com/office/drawing/2014/main" id="{46D2267B-A046-A280-C667-1F3B0240CD2E}"/>
              </a:ext>
            </a:extLst>
          </p:cNvPr>
          <p:cNvSpPr txBox="1"/>
          <p:nvPr/>
        </p:nvSpPr>
        <p:spPr>
          <a:xfrm>
            <a:off x="193070" y="1508541"/>
            <a:ext cx="8042786" cy="3970318"/>
          </a:xfrm>
          <a:prstGeom prst="rect">
            <a:avLst/>
          </a:prstGeom>
          <a:noFill/>
        </p:spPr>
        <p:txBody>
          <a:bodyPr wrap="square" rtlCol="0">
            <a:spAutoFit/>
          </a:bodyPr>
          <a:lstStyle/>
          <a:p>
            <a:r>
              <a:rPr lang="en-US" dirty="0"/>
              <a:t>AI in diagnosis refers to the use of algorithms and computational models to analyze medical data and assist in identifying diseases.</a:t>
            </a:r>
          </a:p>
          <a:p>
            <a:r>
              <a:rPr lang="en-US" b="1" dirty="0"/>
              <a:t>Key Technologies:</a:t>
            </a:r>
            <a:r>
              <a:rPr lang="en-US" dirty="0"/>
              <a:t> </a:t>
            </a:r>
          </a:p>
          <a:p>
            <a:pPr lvl="1"/>
            <a:r>
              <a:rPr lang="en-US" dirty="0"/>
              <a:t>Machine Learning (ML): Learns from data to improve predictions </a:t>
            </a:r>
          </a:p>
          <a:p>
            <a:pPr lvl="1"/>
            <a:r>
              <a:rPr lang="en-US" dirty="0"/>
              <a:t>Deep Learning: Uses neural networks for complex pattern recognition </a:t>
            </a:r>
          </a:p>
          <a:p>
            <a:pPr lvl="1"/>
            <a:r>
              <a:rPr lang="en-US" dirty="0"/>
              <a:t>Natural Language Processing (NLP): Analyzes medical records and reports </a:t>
            </a:r>
          </a:p>
          <a:p>
            <a:r>
              <a:rPr lang="en-US" b="1" dirty="0"/>
              <a:t>How It Works:</a:t>
            </a:r>
            <a:r>
              <a:rPr lang="en-US" dirty="0"/>
              <a:t> </a:t>
            </a:r>
          </a:p>
          <a:p>
            <a:pPr lvl="1"/>
            <a:r>
              <a:rPr lang="en-US" dirty="0"/>
              <a:t>Collects patient data (symptoms, history, scans) </a:t>
            </a:r>
          </a:p>
          <a:p>
            <a:pPr lvl="1"/>
            <a:r>
              <a:rPr lang="en-US" dirty="0"/>
              <a:t>Processes and analyzes patterns </a:t>
            </a:r>
          </a:p>
          <a:p>
            <a:pPr lvl="1"/>
            <a:r>
              <a:rPr lang="en-US" dirty="0"/>
              <a:t>Provides diagnostic suggestions or risk predictions </a:t>
            </a:r>
          </a:p>
          <a:p>
            <a:r>
              <a:rPr lang="en-US" b="1" dirty="0"/>
              <a:t>Applications:</a:t>
            </a:r>
            <a:r>
              <a:rPr lang="en-US" dirty="0"/>
              <a:t> </a:t>
            </a:r>
          </a:p>
          <a:p>
            <a:pPr lvl="1"/>
            <a:r>
              <a:rPr lang="en-US" dirty="0"/>
              <a:t>Radiology (X-rays, MRIs) </a:t>
            </a:r>
          </a:p>
          <a:p>
            <a:pPr lvl="1"/>
            <a:r>
              <a:rPr lang="en-US" dirty="0"/>
              <a:t>Pathology (lab results) </a:t>
            </a:r>
          </a:p>
          <a:p>
            <a:pPr lvl="1"/>
            <a:r>
              <a:rPr lang="en-US" dirty="0"/>
              <a:t>Predictive health analytics </a:t>
            </a:r>
          </a:p>
        </p:txBody>
      </p:sp>
    </p:spTree>
    <p:extLst>
      <p:ext uri="{BB962C8B-B14F-4D97-AF65-F5344CB8AC3E}">
        <p14:creationId xmlns:p14="http://schemas.microsoft.com/office/powerpoint/2010/main" val="218747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549AD-0CB8-A2D7-281C-047D180EC23C}"/>
              </a:ext>
            </a:extLst>
          </p:cNvPr>
          <p:cNvSpPr txBox="1"/>
          <p:nvPr/>
        </p:nvSpPr>
        <p:spPr>
          <a:xfrm>
            <a:off x="453628" y="1225867"/>
            <a:ext cx="4747022" cy="461665"/>
          </a:xfrm>
          <a:prstGeom prst="rect">
            <a:avLst/>
          </a:prstGeom>
          <a:noFill/>
        </p:spPr>
        <p:txBody>
          <a:bodyPr wrap="square">
            <a:spAutoFit/>
          </a:bodyPr>
          <a:lstStyle/>
          <a:p>
            <a:r>
              <a:rPr lang="en-GB" sz="2400" dirty="0"/>
              <a:t> </a:t>
            </a:r>
            <a:endParaRPr lang="en-IN" sz="2400" dirty="0"/>
          </a:p>
        </p:txBody>
      </p:sp>
      <p:sp>
        <p:nvSpPr>
          <p:cNvPr id="2" name="TextBox 1">
            <a:extLst>
              <a:ext uri="{FF2B5EF4-FFF2-40B4-BE49-F238E27FC236}">
                <a16:creationId xmlns:a16="http://schemas.microsoft.com/office/drawing/2014/main" id="{FDE054BC-BA82-E57B-F77D-89C2EFA5D940}"/>
              </a:ext>
            </a:extLst>
          </p:cNvPr>
          <p:cNvSpPr txBox="1"/>
          <p:nvPr/>
        </p:nvSpPr>
        <p:spPr>
          <a:xfrm>
            <a:off x="2401455" y="641092"/>
            <a:ext cx="7293152" cy="584775"/>
          </a:xfrm>
          <a:prstGeom prst="rect">
            <a:avLst/>
          </a:prstGeom>
          <a:noFill/>
        </p:spPr>
        <p:txBody>
          <a:bodyPr wrap="square" rtlCol="0">
            <a:spAutoFit/>
          </a:bodyPr>
          <a:lstStyle/>
          <a:p>
            <a:pPr algn="ctr"/>
            <a:r>
              <a:rPr lang="en-US" sz="3200" b="1" dirty="0"/>
              <a:t>Importance of AI in Disease Diagnosis</a:t>
            </a:r>
            <a:endParaRPr lang="en-IN" sz="3200" b="1" dirty="0">
              <a:latin typeface="Baskerville Old Face" panose="02020602080505020303" pitchFamily="18" charset="0"/>
            </a:endParaRPr>
          </a:p>
        </p:txBody>
      </p:sp>
      <p:sp>
        <p:nvSpPr>
          <p:cNvPr id="4" name="TextBox 3">
            <a:extLst>
              <a:ext uri="{FF2B5EF4-FFF2-40B4-BE49-F238E27FC236}">
                <a16:creationId xmlns:a16="http://schemas.microsoft.com/office/drawing/2014/main" id="{3A9B16DA-2BE4-02A4-34B7-4E66E1738D15}"/>
              </a:ext>
            </a:extLst>
          </p:cNvPr>
          <p:cNvSpPr txBox="1"/>
          <p:nvPr/>
        </p:nvSpPr>
        <p:spPr>
          <a:xfrm>
            <a:off x="145528" y="2059753"/>
            <a:ext cx="5997676" cy="3139321"/>
          </a:xfrm>
          <a:prstGeom prst="rect">
            <a:avLst/>
          </a:prstGeom>
          <a:noFill/>
        </p:spPr>
        <p:txBody>
          <a:bodyPr wrap="square" rtlCol="0">
            <a:spAutoFit/>
          </a:bodyPr>
          <a:lstStyle/>
          <a:p>
            <a:r>
              <a:rPr lang="en-US" dirty="0"/>
              <a:t>AI is becoming essential in modern healthcare systems due to its efficiency and precision.</a:t>
            </a:r>
          </a:p>
          <a:p>
            <a:endParaRPr lang="en-US" dirty="0"/>
          </a:p>
          <a:p>
            <a:r>
              <a:rPr lang="en-US" dirty="0"/>
              <a:t>Enables </a:t>
            </a:r>
            <a:r>
              <a:rPr lang="en-US" b="1" dirty="0"/>
              <a:t>early detection</a:t>
            </a:r>
            <a:r>
              <a:rPr lang="en-US" dirty="0"/>
              <a:t> of diseases (e.g., cancer, diabetes) </a:t>
            </a:r>
          </a:p>
          <a:p>
            <a:r>
              <a:rPr lang="en-US" dirty="0"/>
              <a:t>Reduces human errors in diagnosis </a:t>
            </a:r>
          </a:p>
          <a:p>
            <a:endParaRPr lang="en-US" dirty="0"/>
          </a:p>
          <a:p>
            <a:r>
              <a:rPr lang="en-US" dirty="0"/>
              <a:t>Improves speed and accuracy of medical decisions </a:t>
            </a:r>
          </a:p>
          <a:p>
            <a:endParaRPr lang="en-US" dirty="0"/>
          </a:p>
          <a:p>
            <a:r>
              <a:rPr lang="en-US" dirty="0"/>
              <a:t>Assists doctors in handling large volumes of patient data </a:t>
            </a:r>
          </a:p>
          <a:p>
            <a:endParaRPr lang="en-US" dirty="0"/>
          </a:p>
          <a:p>
            <a:r>
              <a:rPr lang="en-US" dirty="0"/>
              <a:t>Enhances accessibility in remote or underserved areas</a:t>
            </a:r>
          </a:p>
        </p:txBody>
      </p:sp>
    </p:spTree>
    <p:extLst>
      <p:ext uri="{BB962C8B-B14F-4D97-AF65-F5344CB8AC3E}">
        <p14:creationId xmlns:p14="http://schemas.microsoft.com/office/powerpoint/2010/main" val="635080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2A2E-CD44-8305-639B-9FDB99E9A7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8780C0-8127-5B1C-FAFE-0B95A7E8B1E1}"/>
              </a:ext>
            </a:extLst>
          </p:cNvPr>
          <p:cNvSpPr txBox="1"/>
          <p:nvPr/>
        </p:nvSpPr>
        <p:spPr>
          <a:xfrm>
            <a:off x="453628" y="1225867"/>
            <a:ext cx="4747022" cy="461665"/>
          </a:xfrm>
          <a:prstGeom prst="rect">
            <a:avLst/>
          </a:prstGeom>
          <a:noFill/>
        </p:spPr>
        <p:txBody>
          <a:bodyPr wrap="square">
            <a:spAutoFit/>
          </a:bodyPr>
          <a:lstStyle/>
          <a:p>
            <a:r>
              <a:rPr lang="en-GB" sz="2400" dirty="0"/>
              <a:t> </a:t>
            </a:r>
            <a:endParaRPr lang="en-IN" sz="2400" dirty="0"/>
          </a:p>
        </p:txBody>
      </p:sp>
      <p:sp>
        <p:nvSpPr>
          <p:cNvPr id="2" name="TextBox 1">
            <a:extLst>
              <a:ext uri="{FF2B5EF4-FFF2-40B4-BE49-F238E27FC236}">
                <a16:creationId xmlns:a16="http://schemas.microsoft.com/office/drawing/2014/main" id="{2E4C46FD-7B1E-9F40-1E52-1CF7D7FDA09C}"/>
              </a:ext>
            </a:extLst>
          </p:cNvPr>
          <p:cNvSpPr txBox="1"/>
          <p:nvPr/>
        </p:nvSpPr>
        <p:spPr>
          <a:xfrm>
            <a:off x="2104104" y="641092"/>
            <a:ext cx="7983792" cy="584775"/>
          </a:xfrm>
          <a:prstGeom prst="rect">
            <a:avLst/>
          </a:prstGeom>
          <a:noFill/>
        </p:spPr>
        <p:txBody>
          <a:bodyPr wrap="square" rtlCol="0">
            <a:spAutoFit/>
          </a:bodyPr>
          <a:lstStyle/>
          <a:p>
            <a:pPr algn="ctr"/>
            <a:r>
              <a:rPr lang="en-US" sz="3200" b="1" dirty="0"/>
              <a:t>Techniques and Technologies Used</a:t>
            </a:r>
            <a:endParaRPr lang="en-IN" sz="3200" b="1" dirty="0">
              <a:latin typeface="Baskerville Old Face" panose="02020602080505020303" pitchFamily="18" charset="0"/>
            </a:endParaRPr>
          </a:p>
        </p:txBody>
      </p:sp>
      <p:sp>
        <p:nvSpPr>
          <p:cNvPr id="4" name="TextBox 3">
            <a:extLst>
              <a:ext uri="{FF2B5EF4-FFF2-40B4-BE49-F238E27FC236}">
                <a16:creationId xmlns:a16="http://schemas.microsoft.com/office/drawing/2014/main" id="{37E700EE-8503-9205-E6C9-D6772366B772}"/>
              </a:ext>
            </a:extLst>
          </p:cNvPr>
          <p:cNvSpPr txBox="1"/>
          <p:nvPr/>
        </p:nvSpPr>
        <p:spPr>
          <a:xfrm>
            <a:off x="275303" y="1456699"/>
            <a:ext cx="6828673" cy="4524315"/>
          </a:xfrm>
          <a:prstGeom prst="rect">
            <a:avLst/>
          </a:prstGeom>
          <a:noFill/>
        </p:spPr>
        <p:txBody>
          <a:bodyPr wrap="square" rtlCol="0">
            <a:spAutoFit/>
          </a:bodyPr>
          <a:lstStyle/>
          <a:p>
            <a:r>
              <a:rPr lang="en-US" dirty="0"/>
              <a:t>Different AI techniques are applied depending on the type of diagnosis.</a:t>
            </a:r>
          </a:p>
          <a:p>
            <a:endParaRPr lang="en-US" dirty="0"/>
          </a:p>
          <a:p>
            <a:r>
              <a:rPr lang="en-US" b="1" dirty="0"/>
              <a:t>Medical Imaging Analysis:</a:t>
            </a:r>
            <a:r>
              <a:rPr lang="en-US" dirty="0"/>
              <a:t> </a:t>
            </a:r>
          </a:p>
          <a:p>
            <a:pPr lvl="1"/>
            <a:r>
              <a:rPr lang="en-US" dirty="0"/>
              <a:t>AI detects abnormalities in X-rays, CT scans, MRIs </a:t>
            </a:r>
          </a:p>
          <a:p>
            <a:pPr lvl="1"/>
            <a:endParaRPr lang="en-US" dirty="0"/>
          </a:p>
          <a:p>
            <a:r>
              <a:rPr lang="en-US" b="1" dirty="0"/>
              <a:t>Predictive Analytics:</a:t>
            </a:r>
            <a:r>
              <a:rPr lang="en-US" dirty="0"/>
              <a:t> </a:t>
            </a:r>
          </a:p>
          <a:p>
            <a:pPr lvl="1"/>
            <a:r>
              <a:rPr lang="en-US" dirty="0"/>
              <a:t>Uses patient history to predict disease risk </a:t>
            </a:r>
          </a:p>
          <a:p>
            <a:pPr lvl="1"/>
            <a:endParaRPr lang="en-US" dirty="0"/>
          </a:p>
          <a:p>
            <a:r>
              <a:rPr lang="en-US" b="1" dirty="0"/>
              <a:t>Computer Vision:</a:t>
            </a:r>
            <a:r>
              <a:rPr lang="en-US" dirty="0"/>
              <a:t> </a:t>
            </a:r>
          </a:p>
          <a:p>
            <a:pPr lvl="1"/>
            <a:r>
              <a:rPr lang="en-US" dirty="0"/>
              <a:t>Identifies patterns in medical images </a:t>
            </a:r>
          </a:p>
          <a:p>
            <a:pPr lvl="1"/>
            <a:endParaRPr lang="en-US" dirty="0"/>
          </a:p>
          <a:p>
            <a:r>
              <a:rPr lang="en-US" b="1" dirty="0"/>
              <a:t>NLP in Healthcare:</a:t>
            </a:r>
            <a:r>
              <a:rPr lang="en-US" dirty="0"/>
              <a:t> </a:t>
            </a:r>
          </a:p>
          <a:p>
            <a:pPr lvl="1"/>
            <a:r>
              <a:rPr lang="en-US" dirty="0"/>
              <a:t>Extracts insights from doctor notes and records </a:t>
            </a:r>
          </a:p>
          <a:p>
            <a:pPr lvl="1"/>
            <a:endParaRPr lang="en-US" dirty="0"/>
          </a:p>
          <a:p>
            <a:r>
              <a:rPr lang="en-US" b="1" dirty="0"/>
              <a:t>Wearable Data Integration:</a:t>
            </a:r>
            <a:r>
              <a:rPr lang="en-US" dirty="0"/>
              <a:t> </a:t>
            </a:r>
          </a:p>
          <a:p>
            <a:pPr lvl="1"/>
            <a:r>
              <a:rPr lang="en-US" dirty="0"/>
              <a:t>Uses real-time health data (heart rate, activity levels)</a:t>
            </a:r>
          </a:p>
        </p:txBody>
      </p:sp>
    </p:spTree>
    <p:extLst>
      <p:ext uri="{BB962C8B-B14F-4D97-AF65-F5344CB8AC3E}">
        <p14:creationId xmlns:p14="http://schemas.microsoft.com/office/powerpoint/2010/main" val="257041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28C4FF-F38B-C272-8A6E-95851E7B32A8}"/>
              </a:ext>
            </a:extLst>
          </p:cNvPr>
          <p:cNvSpPr txBox="1"/>
          <p:nvPr/>
        </p:nvSpPr>
        <p:spPr>
          <a:xfrm>
            <a:off x="753955" y="501363"/>
            <a:ext cx="6269108" cy="584775"/>
          </a:xfrm>
          <a:prstGeom prst="rect">
            <a:avLst/>
          </a:prstGeom>
          <a:noFill/>
        </p:spPr>
        <p:txBody>
          <a:bodyPr wrap="square" rtlCol="0">
            <a:spAutoFit/>
          </a:bodyPr>
          <a:lstStyle/>
          <a:p>
            <a:pPr algn="ctr"/>
            <a:r>
              <a:rPr lang="en-US" sz="3200" b="1" dirty="0"/>
              <a:t>Benefits of AI in Diagnosis</a:t>
            </a:r>
            <a:endParaRPr lang="en-IN" sz="3200" b="1" dirty="0">
              <a:latin typeface="Baskerville Old Face" panose="02020602080505020303" pitchFamily="18" charset="0"/>
            </a:endParaRPr>
          </a:p>
        </p:txBody>
      </p:sp>
      <p:sp>
        <p:nvSpPr>
          <p:cNvPr id="3" name="TextBox 2">
            <a:extLst>
              <a:ext uri="{FF2B5EF4-FFF2-40B4-BE49-F238E27FC236}">
                <a16:creationId xmlns:a16="http://schemas.microsoft.com/office/drawing/2014/main" id="{E40644A4-3A41-10A4-A753-C4D799661911}"/>
              </a:ext>
            </a:extLst>
          </p:cNvPr>
          <p:cNvSpPr txBox="1"/>
          <p:nvPr/>
        </p:nvSpPr>
        <p:spPr>
          <a:xfrm>
            <a:off x="161786" y="1582340"/>
            <a:ext cx="6941574" cy="3416320"/>
          </a:xfrm>
          <a:prstGeom prst="rect">
            <a:avLst/>
          </a:prstGeom>
          <a:noFill/>
        </p:spPr>
        <p:txBody>
          <a:bodyPr wrap="square" rtlCol="0">
            <a:spAutoFit/>
          </a:bodyPr>
          <a:lstStyle/>
          <a:p>
            <a:r>
              <a:rPr lang="en-US" dirty="0"/>
              <a:t>AI provides multiple advantages to both patients and healthcare providers.</a:t>
            </a:r>
          </a:p>
          <a:p>
            <a:endParaRPr lang="en-US" dirty="0"/>
          </a:p>
          <a:p>
            <a:r>
              <a:rPr lang="en-US" b="1" dirty="0"/>
              <a:t>Accuracy:</a:t>
            </a:r>
            <a:r>
              <a:rPr lang="en-US" dirty="0"/>
              <a:t> Detects diseases at early stages </a:t>
            </a:r>
          </a:p>
          <a:p>
            <a:endParaRPr lang="en-US" dirty="0"/>
          </a:p>
          <a:p>
            <a:r>
              <a:rPr lang="en-US" b="1" dirty="0"/>
              <a:t>Speed:</a:t>
            </a:r>
            <a:r>
              <a:rPr lang="en-US" dirty="0"/>
              <a:t> Faster diagnosis compared to traditional methods </a:t>
            </a:r>
          </a:p>
          <a:p>
            <a:endParaRPr lang="en-US" dirty="0"/>
          </a:p>
          <a:p>
            <a:r>
              <a:rPr lang="en-US" b="1" dirty="0"/>
              <a:t>Consistency:</a:t>
            </a:r>
            <a:r>
              <a:rPr lang="en-US" dirty="0"/>
              <a:t> Reduces variability in human judgment </a:t>
            </a:r>
          </a:p>
          <a:p>
            <a:endParaRPr lang="en-US" dirty="0"/>
          </a:p>
          <a:p>
            <a:r>
              <a:rPr lang="en-US" b="1" dirty="0"/>
              <a:t>Cost Efficiency:</a:t>
            </a:r>
            <a:r>
              <a:rPr lang="en-US" dirty="0"/>
              <a:t> Lowers long-term healthcare costs </a:t>
            </a:r>
          </a:p>
          <a:p>
            <a:endParaRPr lang="en-US" dirty="0"/>
          </a:p>
          <a:p>
            <a:r>
              <a:rPr lang="en-US" b="1" dirty="0"/>
              <a:t>Personalization:</a:t>
            </a:r>
            <a:r>
              <a:rPr lang="en-US" dirty="0"/>
              <a:t> Tailors treatment plans to individuals</a:t>
            </a:r>
          </a:p>
        </p:txBody>
      </p:sp>
    </p:spTree>
    <p:extLst>
      <p:ext uri="{BB962C8B-B14F-4D97-AF65-F5344CB8AC3E}">
        <p14:creationId xmlns:p14="http://schemas.microsoft.com/office/powerpoint/2010/main" val="356732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A9CF-AD74-C2A6-6A7F-89214D1A59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F6EFD9-5160-7C8D-225A-672FE92403AA}"/>
              </a:ext>
            </a:extLst>
          </p:cNvPr>
          <p:cNvSpPr txBox="1"/>
          <p:nvPr/>
        </p:nvSpPr>
        <p:spPr>
          <a:xfrm>
            <a:off x="-1754910" y="1334254"/>
            <a:ext cx="9227128" cy="584775"/>
          </a:xfrm>
          <a:prstGeom prst="rect">
            <a:avLst/>
          </a:prstGeom>
          <a:noFill/>
        </p:spPr>
        <p:txBody>
          <a:bodyPr wrap="square" rtlCol="0">
            <a:spAutoFit/>
          </a:bodyPr>
          <a:lstStyle/>
          <a:p>
            <a:pPr algn="ctr"/>
            <a:r>
              <a:rPr lang="en-US" sz="3200" b="1" dirty="0">
                <a:latin typeface="Baskerville Old Face" panose="02020602080505020303" pitchFamily="18" charset="0"/>
              </a:rPr>
              <a:t>Challenges and Limitations</a:t>
            </a:r>
            <a:endParaRPr lang="en-IN" sz="3200" b="1" dirty="0">
              <a:latin typeface="Baskerville Old Face" panose="02020602080505020303" pitchFamily="18" charset="0"/>
            </a:endParaRPr>
          </a:p>
        </p:txBody>
      </p:sp>
      <p:sp>
        <p:nvSpPr>
          <p:cNvPr id="3" name="TextBox 2">
            <a:extLst>
              <a:ext uri="{FF2B5EF4-FFF2-40B4-BE49-F238E27FC236}">
                <a16:creationId xmlns:a16="http://schemas.microsoft.com/office/drawing/2014/main" id="{F0C000D5-DBFC-9AD1-106E-E32902F2CE8D}"/>
              </a:ext>
            </a:extLst>
          </p:cNvPr>
          <p:cNvSpPr txBox="1"/>
          <p:nvPr/>
        </p:nvSpPr>
        <p:spPr>
          <a:xfrm>
            <a:off x="339065" y="2438495"/>
            <a:ext cx="7561006" cy="3139321"/>
          </a:xfrm>
          <a:prstGeom prst="rect">
            <a:avLst/>
          </a:prstGeom>
          <a:noFill/>
        </p:spPr>
        <p:txBody>
          <a:bodyPr wrap="square" rtlCol="0">
            <a:spAutoFit/>
          </a:bodyPr>
          <a:lstStyle/>
          <a:p>
            <a:r>
              <a:rPr lang="en-US" dirty="0"/>
              <a:t>Despite its benefits, AI also faces several challenges.</a:t>
            </a:r>
          </a:p>
          <a:p>
            <a:endParaRPr lang="en-US" dirty="0"/>
          </a:p>
          <a:p>
            <a:r>
              <a:rPr lang="en-US" b="1" dirty="0"/>
              <a:t>Data Privacy and Security:</a:t>
            </a:r>
            <a:r>
              <a:rPr lang="en-US" dirty="0"/>
              <a:t> Sensitive patient data risks </a:t>
            </a:r>
          </a:p>
          <a:p>
            <a:endParaRPr lang="en-US" dirty="0"/>
          </a:p>
          <a:p>
            <a:r>
              <a:rPr lang="en-US" b="1" dirty="0"/>
              <a:t>Bias in Algorithms:</a:t>
            </a:r>
            <a:r>
              <a:rPr lang="en-US" dirty="0"/>
              <a:t> Inaccurate results due to biased data </a:t>
            </a:r>
          </a:p>
          <a:p>
            <a:endParaRPr lang="en-US" dirty="0"/>
          </a:p>
          <a:p>
            <a:r>
              <a:rPr lang="en-US" b="1" dirty="0"/>
              <a:t>Lack of Transparency:</a:t>
            </a:r>
            <a:r>
              <a:rPr lang="en-US" dirty="0"/>
              <a:t> “Black box” decision-making </a:t>
            </a:r>
          </a:p>
          <a:p>
            <a:endParaRPr lang="en-US" dirty="0"/>
          </a:p>
          <a:p>
            <a:r>
              <a:rPr lang="en-US" b="1" dirty="0"/>
              <a:t>High Implementation Costs</a:t>
            </a:r>
            <a:r>
              <a:rPr lang="en-US" dirty="0"/>
              <a:t> </a:t>
            </a:r>
          </a:p>
          <a:p>
            <a:endParaRPr lang="en-US" dirty="0"/>
          </a:p>
          <a:p>
            <a:r>
              <a:rPr lang="en-US" b="1" dirty="0"/>
              <a:t>Dependence on Technology:</a:t>
            </a:r>
            <a:r>
              <a:rPr lang="en-US" dirty="0"/>
              <a:t> Over-reliance may reduce human judgment</a:t>
            </a:r>
          </a:p>
        </p:txBody>
      </p:sp>
    </p:spTree>
    <p:extLst>
      <p:ext uri="{BB962C8B-B14F-4D97-AF65-F5344CB8AC3E}">
        <p14:creationId xmlns:p14="http://schemas.microsoft.com/office/powerpoint/2010/main" val="94198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0B011-DA8B-917F-0E36-08B69FA500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5D6236-7DB6-D8A7-2AEF-B8820C58E602}"/>
              </a:ext>
            </a:extLst>
          </p:cNvPr>
          <p:cNvSpPr txBox="1"/>
          <p:nvPr/>
        </p:nvSpPr>
        <p:spPr>
          <a:xfrm>
            <a:off x="2792362" y="524552"/>
            <a:ext cx="6341806" cy="584775"/>
          </a:xfrm>
          <a:prstGeom prst="rect">
            <a:avLst/>
          </a:prstGeom>
          <a:noFill/>
        </p:spPr>
        <p:txBody>
          <a:bodyPr wrap="square" rtlCol="0">
            <a:spAutoFit/>
          </a:bodyPr>
          <a:lstStyle/>
          <a:p>
            <a:pPr algn="ctr"/>
            <a:r>
              <a:rPr lang="en-IN" sz="3200" dirty="0">
                <a:latin typeface="Baskerville Old Face" panose="02020602080505020303" pitchFamily="18" charset="0"/>
              </a:rPr>
              <a:t>CONCLUSION</a:t>
            </a:r>
          </a:p>
        </p:txBody>
      </p:sp>
      <p:sp>
        <p:nvSpPr>
          <p:cNvPr id="6" name="TextBox 5">
            <a:extLst>
              <a:ext uri="{FF2B5EF4-FFF2-40B4-BE49-F238E27FC236}">
                <a16:creationId xmlns:a16="http://schemas.microsoft.com/office/drawing/2014/main" id="{2C732236-2BC5-6DDE-EA84-306FA4A53C24}"/>
              </a:ext>
            </a:extLst>
          </p:cNvPr>
          <p:cNvSpPr txBox="1"/>
          <p:nvPr/>
        </p:nvSpPr>
        <p:spPr>
          <a:xfrm>
            <a:off x="943897" y="1532113"/>
            <a:ext cx="9910915"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1FFE7C92-2FDC-DC71-130C-9A0948EEBC24}"/>
              </a:ext>
            </a:extLst>
          </p:cNvPr>
          <p:cNvSpPr txBox="1"/>
          <p:nvPr/>
        </p:nvSpPr>
        <p:spPr>
          <a:xfrm flipH="1">
            <a:off x="1892711" y="1439627"/>
            <a:ext cx="8141108" cy="3785652"/>
          </a:xfrm>
          <a:prstGeom prst="rect">
            <a:avLst/>
          </a:prstGeom>
          <a:noFill/>
        </p:spPr>
        <p:txBody>
          <a:bodyPr wrap="square" rtlCol="0">
            <a:spAutoFit/>
          </a:bodyPr>
          <a:lstStyle/>
          <a:p>
            <a:r>
              <a:rPr lang="en-US" sz="2000" dirty="0"/>
              <a:t>Artificial Intelligence is revolutionizing disease diagnosis by making healthcare more accurate, efficient, and accessible. While it cannot replace human doctors, it serves as a powerful tool that enhances medical decision-making and patient care.</a:t>
            </a:r>
          </a:p>
          <a:p>
            <a:endParaRPr lang="en-US" sz="2000" dirty="0"/>
          </a:p>
          <a:p>
            <a:r>
              <a:rPr lang="en-US" sz="2000" dirty="0"/>
              <a:t>Despite challenges such as data privacy and ethical concerns, continuous advancements in AI technology are expected to overcome these limitations. The collaboration between AI and healthcare professionals will shape the future of medicine, leading to better outcomes and improved quality of life.</a:t>
            </a:r>
          </a:p>
          <a:p>
            <a:endParaRPr lang="en-US" sz="2000" dirty="0"/>
          </a:p>
          <a:p>
            <a:r>
              <a:rPr lang="en-US" sz="2000" dirty="0"/>
              <a:t>Ultimately, AI in disease diagnosis represents a significant step toward smarter, faster, and more personalized healthcare systems.</a:t>
            </a:r>
          </a:p>
        </p:txBody>
      </p:sp>
    </p:spTree>
    <p:extLst>
      <p:ext uri="{BB962C8B-B14F-4D97-AF65-F5344CB8AC3E}">
        <p14:creationId xmlns:p14="http://schemas.microsoft.com/office/powerpoint/2010/main" val="318256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459167" y="2477311"/>
            <a:ext cx="5252936" cy="1200329"/>
          </a:xfrm>
          <a:prstGeom prst="rect">
            <a:avLst/>
          </a:prstGeom>
          <a:noFill/>
        </p:spPr>
        <p:txBody>
          <a:bodyPr wrap="square" rtlCol="0">
            <a:spAutoFit/>
          </a:bodyPr>
          <a:lstStyle/>
          <a:p>
            <a:pPr algn="ctr"/>
            <a:r>
              <a:rPr lang="en-IN" sz="7200" b="1" i="1" u="sng" dirty="0">
                <a:solidFill>
                  <a:schemeClr val="bg1"/>
                </a:solidFill>
                <a:effectLst>
                  <a:outerShdw blurRad="38100" dist="38100" dir="2700000" algn="tl">
                    <a:srgbClr val="000000">
                      <a:alpha val="43137"/>
                    </a:srgbClr>
                  </a:outerShdw>
                </a:effectLst>
                <a:latin typeface="Agency FB" panose="020B0503020202020204" pitchFamily="34" charset="0"/>
                <a:cs typeface="Mongolian Baiti" panose="03000500000000000000" pitchFamily="66" charset="0"/>
              </a:rPr>
              <a:t>Thank You</a:t>
            </a:r>
          </a:p>
        </p:txBody>
      </p:sp>
      <p:sp>
        <p:nvSpPr>
          <p:cNvPr id="8" name="TextBox 7"/>
          <p:cNvSpPr txBox="1"/>
          <p:nvPr/>
        </p:nvSpPr>
        <p:spPr>
          <a:xfrm>
            <a:off x="661482" y="2723746"/>
            <a:ext cx="3968884" cy="1118127"/>
          </a:xfrm>
          <a:prstGeom prst="rect">
            <a:avLst/>
          </a:prstGeom>
          <a:noFill/>
        </p:spPr>
        <p:txBody>
          <a:bodyPr wrap="square" rtlCol="0">
            <a:spAutoFit/>
          </a:bodyPr>
          <a:lstStyle/>
          <a:p>
            <a:pPr fontAlgn="base"/>
            <a:r>
              <a:rPr lang="en-IN" sz="2400" b="1" i="1" u="sng" dirty="0">
                <a:effectLst>
                  <a:outerShdw blurRad="38100" dist="38100" dir="2700000" algn="tl">
                    <a:srgbClr val="000000">
                      <a:alpha val="43137"/>
                    </a:srgbClr>
                  </a:outerShdw>
                </a:effectLst>
                <a:cs typeface="Mongolian Baiti" panose="03000500000000000000" pitchFamily="66" charset="0"/>
              </a:rPr>
              <a:t>MVJ College of Engineering</a:t>
            </a:r>
          </a:p>
          <a:p>
            <a:pPr fontAlgn="base"/>
            <a:r>
              <a:rPr lang="en-IN" sz="2133" dirty="0">
                <a:latin typeface="Agency FB" panose="020B0503020202020204" pitchFamily="34" charset="0"/>
              </a:rPr>
              <a:t>Near ITPB, Whitefield</a:t>
            </a:r>
          </a:p>
          <a:p>
            <a:pPr fontAlgn="base"/>
            <a:r>
              <a:rPr lang="en-IN" sz="2133" dirty="0">
                <a:latin typeface="Agency FB" panose="020B0503020202020204" pitchFamily="34" charset="0"/>
              </a:rPr>
              <a:t>Bangalore-560 067</a:t>
            </a:r>
          </a:p>
        </p:txBody>
      </p:sp>
    </p:spTree>
    <p:extLst>
      <p:ext uri="{BB962C8B-B14F-4D97-AF65-F5344CB8AC3E}">
        <p14:creationId xmlns:p14="http://schemas.microsoft.com/office/powerpoint/2010/main" val="322510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Chaitra.ppt</Template>
  <TotalTime>179</TotalTime>
  <Words>653</Words>
  <Application>Microsoft Office PowerPoint</Application>
  <PresentationFormat>Widescreen</PresentationFormat>
  <Paragraphs>99</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Agency FB</vt:lpstr>
      <vt:lpstr>Arial</vt:lpstr>
      <vt:lpstr>Baskerville Old Face</vt:lpstr>
      <vt:lpstr>Calibri</vt:lpstr>
      <vt:lpstr>Calibri Light</vt:lpstr>
      <vt:lpstr>Lucida Bright</vt:lpstr>
      <vt:lpstr>Mongolian Baiti</vt:lpstr>
      <vt:lpstr>Museo 300</vt:lpstr>
      <vt:lpstr>Museo 500</vt:lpstr>
      <vt:lpstr>Museo 700</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Basawakiran Hattyal</dc:creator>
  <cp:lastModifiedBy>USER</cp:lastModifiedBy>
  <cp:revision>10</cp:revision>
  <dcterms:created xsi:type="dcterms:W3CDTF">2024-10-22T11:47:20Z</dcterms:created>
  <dcterms:modified xsi:type="dcterms:W3CDTF">2026-04-26T03:12:17Z</dcterms:modified>
</cp:coreProperties>
</file>